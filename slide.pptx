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0" r:id="rId3"/>
    <p:sldId id="263" r:id="rId4"/>
    <p:sldId id="264" r:id="rId5"/>
    <p:sldId id="270" r:id="rId6"/>
    <p:sldId id="267" r:id="rId7"/>
    <p:sldId id="271" r:id="rId8"/>
    <p:sldId id="262" r:id="rId9"/>
    <p:sldId id="265" r:id="rId10"/>
    <p:sldId id="266"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D1D"/>
    <a:srgbClr val="F44A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Kiểu Trung bình 2 - Màu chủ đề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Không có Kiểu, Không có Lưới">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7CE84F3-28C3-443E-9E96-99CF82512B78}" styleName="Kiểu Tối 1 - Màu chủ đề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Kiểu Tối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Kiểu Sáng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Kiểu Trung bình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5" autoAdjust="0"/>
    <p:restoredTop sz="93969" autoAdjust="0"/>
  </p:normalViewPr>
  <p:slideViewPr>
    <p:cSldViewPr snapToGrid="0">
      <p:cViewPr>
        <p:scale>
          <a:sx n="66" d="100"/>
          <a:sy n="66" d="100"/>
        </p:scale>
        <p:origin x="-72" y="-1026"/>
      </p:cViewPr>
      <p:guideLst/>
    </p:cSldViewPr>
  </p:slideViewPr>
  <p:outlineViewPr>
    <p:cViewPr>
      <p:scale>
        <a:sx n="33" d="100"/>
        <a:sy n="33" d="100"/>
      </p:scale>
      <p:origin x="0" y="0"/>
    </p:cViewPr>
  </p:outlin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DDAE4E-D5FE-414C-944A-3CE8FDE7F8CC}" type="datetimeFigureOut">
              <a:rPr lang="en-US" smtClean="0"/>
              <a:t>5/11/2025</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CD6B99-F665-435A-A129-14B33C15977B}" type="slidenum">
              <a:rPr lang="en-US" smtClean="0"/>
              <a:t>‹#›</a:t>
            </a:fld>
            <a:endParaRPr lang="en-US"/>
          </a:p>
        </p:txBody>
      </p:sp>
    </p:spTree>
    <p:extLst>
      <p:ext uri="{BB962C8B-B14F-4D97-AF65-F5344CB8AC3E}">
        <p14:creationId xmlns:p14="http://schemas.microsoft.com/office/powerpoint/2010/main" val="3608569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DCCD6B99-F665-435A-A129-14B33C15977B}" type="slidenum">
              <a:rPr lang="en-US" smtClean="0"/>
              <a:t>8</a:t>
            </a:fld>
            <a:endParaRPr lang="en-US"/>
          </a:p>
        </p:txBody>
      </p:sp>
    </p:spTree>
    <p:extLst>
      <p:ext uri="{BB962C8B-B14F-4D97-AF65-F5344CB8AC3E}">
        <p14:creationId xmlns:p14="http://schemas.microsoft.com/office/powerpoint/2010/main" val="1442719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DCCD6B99-F665-435A-A129-14B33C15977B}" type="slidenum">
              <a:rPr lang="en-US" smtClean="0"/>
              <a:t>12</a:t>
            </a:fld>
            <a:endParaRPr lang="en-US"/>
          </a:p>
        </p:txBody>
      </p:sp>
    </p:spTree>
    <p:extLst>
      <p:ext uri="{BB962C8B-B14F-4D97-AF65-F5344CB8AC3E}">
        <p14:creationId xmlns:p14="http://schemas.microsoft.com/office/powerpoint/2010/main" val="1246348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EBC155B-E616-833F-B1B8-6742A030DEF2}"/>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23DA87B6-BEEB-2EF7-F78C-5A2A2E15B3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4EC3D2C6-4703-562B-C4A5-53B5676C763F}"/>
              </a:ext>
            </a:extLst>
          </p:cNvPr>
          <p:cNvSpPr>
            <a:spLocks noGrp="1"/>
          </p:cNvSpPr>
          <p:nvPr>
            <p:ph type="dt" sz="half" idx="10"/>
          </p:nvPr>
        </p:nvSpPr>
        <p:spPr/>
        <p:txBody>
          <a:bodyPr/>
          <a:lstStyle/>
          <a:p>
            <a:fld id="{19A26EF1-757D-4FD1-946D-5B5E65454E8F}" type="datetimeFigureOut">
              <a:rPr lang="en-US" smtClean="0"/>
              <a:t>5/11/2025</a:t>
            </a:fld>
            <a:endParaRPr lang="en-US"/>
          </a:p>
        </p:txBody>
      </p:sp>
      <p:sp>
        <p:nvSpPr>
          <p:cNvPr id="5" name="Chỗ dành sẵn cho Chân trang 4">
            <a:extLst>
              <a:ext uri="{FF2B5EF4-FFF2-40B4-BE49-F238E27FC236}">
                <a16:creationId xmlns:a16="http://schemas.microsoft.com/office/drawing/2014/main" id="{ACA1FE00-912E-BA04-5391-9C0BD3600ECC}"/>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D74055BC-0611-58FB-6772-B5F22E884088}"/>
              </a:ext>
            </a:extLst>
          </p:cNvPr>
          <p:cNvSpPr>
            <a:spLocks noGrp="1"/>
          </p:cNvSpPr>
          <p:nvPr>
            <p:ph type="sldNum" sz="quarter" idx="12"/>
          </p:nvPr>
        </p:nvSpPr>
        <p:spPr/>
        <p:txBody>
          <a:bodyPr/>
          <a:lstStyle/>
          <a:p>
            <a:fld id="{EA0B7F7C-C990-4762-905C-C8B23368A46D}" type="slidenum">
              <a:rPr lang="en-US" smtClean="0"/>
              <a:t>‹#›</a:t>
            </a:fld>
            <a:endParaRPr lang="en-US"/>
          </a:p>
        </p:txBody>
      </p:sp>
    </p:spTree>
    <p:extLst>
      <p:ext uri="{BB962C8B-B14F-4D97-AF65-F5344CB8AC3E}">
        <p14:creationId xmlns:p14="http://schemas.microsoft.com/office/powerpoint/2010/main" val="4050586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6D463B8-6030-6853-B8D6-66815A890408}"/>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AC79766F-4D70-BB85-57AD-0C0FBDB13142}"/>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7BFE0A5B-9178-45AC-D2F8-EDCF421B6767}"/>
              </a:ext>
            </a:extLst>
          </p:cNvPr>
          <p:cNvSpPr>
            <a:spLocks noGrp="1"/>
          </p:cNvSpPr>
          <p:nvPr>
            <p:ph type="dt" sz="half" idx="10"/>
          </p:nvPr>
        </p:nvSpPr>
        <p:spPr/>
        <p:txBody>
          <a:bodyPr/>
          <a:lstStyle/>
          <a:p>
            <a:fld id="{19A26EF1-757D-4FD1-946D-5B5E65454E8F}" type="datetimeFigureOut">
              <a:rPr lang="en-US" smtClean="0"/>
              <a:t>5/11/2025</a:t>
            </a:fld>
            <a:endParaRPr lang="en-US"/>
          </a:p>
        </p:txBody>
      </p:sp>
      <p:sp>
        <p:nvSpPr>
          <p:cNvPr id="5" name="Chỗ dành sẵn cho Chân trang 4">
            <a:extLst>
              <a:ext uri="{FF2B5EF4-FFF2-40B4-BE49-F238E27FC236}">
                <a16:creationId xmlns:a16="http://schemas.microsoft.com/office/drawing/2014/main" id="{5E71C717-D1B1-8EA4-91AB-CBCA456CCB91}"/>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C703B54C-9725-A7C0-43E6-9700A04E6044}"/>
              </a:ext>
            </a:extLst>
          </p:cNvPr>
          <p:cNvSpPr>
            <a:spLocks noGrp="1"/>
          </p:cNvSpPr>
          <p:nvPr>
            <p:ph type="sldNum" sz="quarter" idx="12"/>
          </p:nvPr>
        </p:nvSpPr>
        <p:spPr/>
        <p:txBody>
          <a:bodyPr/>
          <a:lstStyle/>
          <a:p>
            <a:fld id="{EA0B7F7C-C990-4762-905C-C8B23368A46D}" type="slidenum">
              <a:rPr lang="en-US" smtClean="0"/>
              <a:t>‹#›</a:t>
            </a:fld>
            <a:endParaRPr lang="en-US"/>
          </a:p>
        </p:txBody>
      </p:sp>
    </p:spTree>
    <p:extLst>
      <p:ext uri="{BB962C8B-B14F-4D97-AF65-F5344CB8AC3E}">
        <p14:creationId xmlns:p14="http://schemas.microsoft.com/office/powerpoint/2010/main" val="3764925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C521111-DC66-AFB1-6ABC-D0010534C9EE}"/>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FA907E72-B1C1-6427-9777-F642C54609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D01FD165-62E9-65C9-439B-94A82654C92E}"/>
              </a:ext>
            </a:extLst>
          </p:cNvPr>
          <p:cNvSpPr>
            <a:spLocks noGrp="1"/>
          </p:cNvSpPr>
          <p:nvPr>
            <p:ph type="dt" sz="half" idx="10"/>
          </p:nvPr>
        </p:nvSpPr>
        <p:spPr/>
        <p:txBody>
          <a:bodyPr/>
          <a:lstStyle/>
          <a:p>
            <a:fld id="{19A26EF1-757D-4FD1-946D-5B5E65454E8F}" type="datetimeFigureOut">
              <a:rPr lang="en-US" smtClean="0"/>
              <a:t>5/11/2025</a:t>
            </a:fld>
            <a:endParaRPr lang="en-US"/>
          </a:p>
        </p:txBody>
      </p:sp>
      <p:sp>
        <p:nvSpPr>
          <p:cNvPr id="5" name="Chỗ dành sẵn cho Chân trang 4">
            <a:extLst>
              <a:ext uri="{FF2B5EF4-FFF2-40B4-BE49-F238E27FC236}">
                <a16:creationId xmlns:a16="http://schemas.microsoft.com/office/drawing/2014/main" id="{3D6E1BD4-12BB-2EED-BA04-52884B3A262C}"/>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E3AD9C66-BB5A-D246-C64F-E1740338BF7C}"/>
              </a:ext>
            </a:extLst>
          </p:cNvPr>
          <p:cNvSpPr>
            <a:spLocks noGrp="1"/>
          </p:cNvSpPr>
          <p:nvPr>
            <p:ph type="sldNum" sz="quarter" idx="12"/>
          </p:nvPr>
        </p:nvSpPr>
        <p:spPr/>
        <p:txBody>
          <a:bodyPr/>
          <a:lstStyle/>
          <a:p>
            <a:fld id="{EA0B7F7C-C990-4762-905C-C8B23368A46D}" type="slidenum">
              <a:rPr lang="en-US" smtClean="0"/>
              <a:t>‹#›</a:t>
            </a:fld>
            <a:endParaRPr lang="en-US"/>
          </a:p>
        </p:txBody>
      </p:sp>
    </p:spTree>
    <p:extLst>
      <p:ext uri="{BB962C8B-B14F-4D97-AF65-F5344CB8AC3E}">
        <p14:creationId xmlns:p14="http://schemas.microsoft.com/office/powerpoint/2010/main" val="599264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8A23819-D676-EA55-8CF3-E83544E8691C}"/>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315A8C87-84B2-C3FD-237C-E2A0798D3BDB}"/>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CA5488DB-F335-C383-0A23-E83189F197E0}"/>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CC0965B3-A0A7-EC54-C901-DD41AB49F4C1}"/>
              </a:ext>
            </a:extLst>
          </p:cNvPr>
          <p:cNvSpPr>
            <a:spLocks noGrp="1"/>
          </p:cNvSpPr>
          <p:nvPr>
            <p:ph type="dt" sz="half" idx="10"/>
          </p:nvPr>
        </p:nvSpPr>
        <p:spPr/>
        <p:txBody>
          <a:bodyPr/>
          <a:lstStyle/>
          <a:p>
            <a:fld id="{19A26EF1-757D-4FD1-946D-5B5E65454E8F}" type="datetimeFigureOut">
              <a:rPr lang="en-US" smtClean="0"/>
              <a:t>5/11/2025</a:t>
            </a:fld>
            <a:endParaRPr lang="en-US"/>
          </a:p>
        </p:txBody>
      </p:sp>
      <p:sp>
        <p:nvSpPr>
          <p:cNvPr id="6" name="Chỗ dành sẵn cho Chân trang 5">
            <a:extLst>
              <a:ext uri="{FF2B5EF4-FFF2-40B4-BE49-F238E27FC236}">
                <a16:creationId xmlns:a16="http://schemas.microsoft.com/office/drawing/2014/main" id="{8E122C15-2B63-1762-3FAC-D2E0EC99D46B}"/>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320F2124-CB1A-D6FC-B89E-038DCE9B5729}"/>
              </a:ext>
            </a:extLst>
          </p:cNvPr>
          <p:cNvSpPr>
            <a:spLocks noGrp="1"/>
          </p:cNvSpPr>
          <p:nvPr>
            <p:ph type="sldNum" sz="quarter" idx="12"/>
          </p:nvPr>
        </p:nvSpPr>
        <p:spPr/>
        <p:txBody>
          <a:bodyPr/>
          <a:lstStyle/>
          <a:p>
            <a:fld id="{EA0B7F7C-C990-4762-905C-C8B23368A46D}" type="slidenum">
              <a:rPr lang="en-US" smtClean="0"/>
              <a:t>‹#›</a:t>
            </a:fld>
            <a:endParaRPr lang="en-US"/>
          </a:p>
        </p:txBody>
      </p:sp>
    </p:spTree>
    <p:extLst>
      <p:ext uri="{BB962C8B-B14F-4D97-AF65-F5344CB8AC3E}">
        <p14:creationId xmlns:p14="http://schemas.microsoft.com/office/powerpoint/2010/main" val="2588404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E569EC5-29F1-30A6-2C05-A061943EF61C}"/>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763A4F19-6A04-3CEE-A0A7-E144AE305C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96453878-1598-BF02-B6BB-459DCBCACB0E}"/>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65D5C1BF-11F6-D86D-FA6A-E3D17672F6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9494C59F-489E-B2EE-0979-93390DA23212}"/>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2BB4217B-DDB1-B13D-7239-31D2D19FCA89}"/>
              </a:ext>
            </a:extLst>
          </p:cNvPr>
          <p:cNvSpPr>
            <a:spLocks noGrp="1"/>
          </p:cNvSpPr>
          <p:nvPr>
            <p:ph type="dt" sz="half" idx="10"/>
          </p:nvPr>
        </p:nvSpPr>
        <p:spPr/>
        <p:txBody>
          <a:bodyPr/>
          <a:lstStyle/>
          <a:p>
            <a:fld id="{19A26EF1-757D-4FD1-946D-5B5E65454E8F}" type="datetimeFigureOut">
              <a:rPr lang="en-US" smtClean="0"/>
              <a:t>5/11/2025</a:t>
            </a:fld>
            <a:endParaRPr lang="en-US"/>
          </a:p>
        </p:txBody>
      </p:sp>
      <p:sp>
        <p:nvSpPr>
          <p:cNvPr id="8" name="Chỗ dành sẵn cho Chân trang 7">
            <a:extLst>
              <a:ext uri="{FF2B5EF4-FFF2-40B4-BE49-F238E27FC236}">
                <a16:creationId xmlns:a16="http://schemas.microsoft.com/office/drawing/2014/main" id="{39ED1AD1-2516-E357-960F-FC575D2F0599}"/>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8D1C4DA7-C908-5DF6-9461-8F79B43F2BAF}"/>
              </a:ext>
            </a:extLst>
          </p:cNvPr>
          <p:cNvSpPr>
            <a:spLocks noGrp="1"/>
          </p:cNvSpPr>
          <p:nvPr>
            <p:ph type="sldNum" sz="quarter" idx="12"/>
          </p:nvPr>
        </p:nvSpPr>
        <p:spPr/>
        <p:txBody>
          <a:bodyPr/>
          <a:lstStyle/>
          <a:p>
            <a:fld id="{EA0B7F7C-C990-4762-905C-C8B23368A46D}" type="slidenum">
              <a:rPr lang="en-US" smtClean="0"/>
              <a:t>‹#›</a:t>
            </a:fld>
            <a:endParaRPr lang="en-US"/>
          </a:p>
        </p:txBody>
      </p:sp>
    </p:spTree>
    <p:extLst>
      <p:ext uri="{BB962C8B-B14F-4D97-AF65-F5344CB8AC3E}">
        <p14:creationId xmlns:p14="http://schemas.microsoft.com/office/powerpoint/2010/main" val="28908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AE0BC2F-20BE-4EE5-9C3D-10540173386A}"/>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453161E7-80D4-09AA-412A-752D0BBFF973}"/>
              </a:ext>
            </a:extLst>
          </p:cNvPr>
          <p:cNvSpPr>
            <a:spLocks noGrp="1"/>
          </p:cNvSpPr>
          <p:nvPr>
            <p:ph type="dt" sz="half" idx="10"/>
          </p:nvPr>
        </p:nvSpPr>
        <p:spPr/>
        <p:txBody>
          <a:bodyPr/>
          <a:lstStyle/>
          <a:p>
            <a:fld id="{19A26EF1-757D-4FD1-946D-5B5E65454E8F}" type="datetimeFigureOut">
              <a:rPr lang="en-US" smtClean="0"/>
              <a:t>5/11/2025</a:t>
            </a:fld>
            <a:endParaRPr lang="en-US"/>
          </a:p>
        </p:txBody>
      </p:sp>
      <p:sp>
        <p:nvSpPr>
          <p:cNvPr id="4" name="Chỗ dành sẵn cho Chân trang 3">
            <a:extLst>
              <a:ext uri="{FF2B5EF4-FFF2-40B4-BE49-F238E27FC236}">
                <a16:creationId xmlns:a16="http://schemas.microsoft.com/office/drawing/2014/main" id="{F15CF809-75CF-7E11-CC75-A690E503F2A2}"/>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CE7D7B96-6048-8DCC-5016-35915E97DBF6}"/>
              </a:ext>
            </a:extLst>
          </p:cNvPr>
          <p:cNvSpPr>
            <a:spLocks noGrp="1"/>
          </p:cNvSpPr>
          <p:nvPr>
            <p:ph type="sldNum" sz="quarter" idx="12"/>
          </p:nvPr>
        </p:nvSpPr>
        <p:spPr/>
        <p:txBody>
          <a:bodyPr/>
          <a:lstStyle/>
          <a:p>
            <a:fld id="{EA0B7F7C-C990-4762-905C-C8B23368A46D}" type="slidenum">
              <a:rPr lang="en-US" smtClean="0"/>
              <a:t>‹#›</a:t>
            </a:fld>
            <a:endParaRPr lang="en-US"/>
          </a:p>
        </p:txBody>
      </p:sp>
    </p:spTree>
    <p:extLst>
      <p:ext uri="{BB962C8B-B14F-4D97-AF65-F5344CB8AC3E}">
        <p14:creationId xmlns:p14="http://schemas.microsoft.com/office/powerpoint/2010/main" val="951176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C178F841-66CC-3DCB-BC94-F78CD65403A3}"/>
              </a:ext>
            </a:extLst>
          </p:cNvPr>
          <p:cNvSpPr>
            <a:spLocks noGrp="1"/>
          </p:cNvSpPr>
          <p:nvPr>
            <p:ph type="dt" sz="half" idx="10"/>
          </p:nvPr>
        </p:nvSpPr>
        <p:spPr/>
        <p:txBody>
          <a:bodyPr/>
          <a:lstStyle/>
          <a:p>
            <a:fld id="{19A26EF1-757D-4FD1-946D-5B5E65454E8F}" type="datetimeFigureOut">
              <a:rPr lang="en-US" smtClean="0"/>
              <a:t>5/11/2025</a:t>
            </a:fld>
            <a:endParaRPr lang="en-US"/>
          </a:p>
        </p:txBody>
      </p:sp>
      <p:sp>
        <p:nvSpPr>
          <p:cNvPr id="3" name="Chỗ dành sẵn cho Chân trang 2">
            <a:extLst>
              <a:ext uri="{FF2B5EF4-FFF2-40B4-BE49-F238E27FC236}">
                <a16:creationId xmlns:a16="http://schemas.microsoft.com/office/drawing/2014/main" id="{571CA35C-BEC2-647E-4836-4880D15ACA0E}"/>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A486E85D-E0EE-BBCA-ABBA-D2289D50B4EE}"/>
              </a:ext>
            </a:extLst>
          </p:cNvPr>
          <p:cNvSpPr>
            <a:spLocks noGrp="1"/>
          </p:cNvSpPr>
          <p:nvPr>
            <p:ph type="sldNum" sz="quarter" idx="12"/>
          </p:nvPr>
        </p:nvSpPr>
        <p:spPr/>
        <p:txBody>
          <a:bodyPr/>
          <a:lstStyle/>
          <a:p>
            <a:fld id="{EA0B7F7C-C990-4762-905C-C8B23368A46D}" type="slidenum">
              <a:rPr lang="en-US" smtClean="0"/>
              <a:t>‹#›</a:t>
            </a:fld>
            <a:endParaRPr lang="en-US"/>
          </a:p>
        </p:txBody>
      </p:sp>
    </p:spTree>
    <p:extLst>
      <p:ext uri="{BB962C8B-B14F-4D97-AF65-F5344CB8AC3E}">
        <p14:creationId xmlns:p14="http://schemas.microsoft.com/office/powerpoint/2010/main" val="264360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B318ECC-F493-FEE6-7696-D2BF3054DD0A}"/>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BB896563-422C-B268-A4D3-5282223B31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E5DFF557-4F5A-3A42-0C70-E8E607C01E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68B1A77F-043F-2A1A-90EE-1CAF4B56158D}"/>
              </a:ext>
            </a:extLst>
          </p:cNvPr>
          <p:cNvSpPr>
            <a:spLocks noGrp="1"/>
          </p:cNvSpPr>
          <p:nvPr>
            <p:ph type="dt" sz="half" idx="10"/>
          </p:nvPr>
        </p:nvSpPr>
        <p:spPr/>
        <p:txBody>
          <a:bodyPr/>
          <a:lstStyle/>
          <a:p>
            <a:fld id="{19A26EF1-757D-4FD1-946D-5B5E65454E8F}" type="datetimeFigureOut">
              <a:rPr lang="en-US" smtClean="0"/>
              <a:t>5/11/2025</a:t>
            </a:fld>
            <a:endParaRPr lang="en-US"/>
          </a:p>
        </p:txBody>
      </p:sp>
      <p:sp>
        <p:nvSpPr>
          <p:cNvPr id="6" name="Chỗ dành sẵn cho Chân trang 5">
            <a:extLst>
              <a:ext uri="{FF2B5EF4-FFF2-40B4-BE49-F238E27FC236}">
                <a16:creationId xmlns:a16="http://schemas.microsoft.com/office/drawing/2014/main" id="{E480A483-BD04-329A-0A82-D5DBFD46CF6F}"/>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5F86D519-9E5D-3C2C-02B2-E5CF34C91A36}"/>
              </a:ext>
            </a:extLst>
          </p:cNvPr>
          <p:cNvSpPr>
            <a:spLocks noGrp="1"/>
          </p:cNvSpPr>
          <p:nvPr>
            <p:ph type="sldNum" sz="quarter" idx="12"/>
          </p:nvPr>
        </p:nvSpPr>
        <p:spPr/>
        <p:txBody>
          <a:bodyPr/>
          <a:lstStyle/>
          <a:p>
            <a:fld id="{EA0B7F7C-C990-4762-905C-C8B23368A46D}" type="slidenum">
              <a:rPr lang="en-US" smtClean="0"/>
              <a:t>‹#›</a:t>
            </a:fld>
            <a:endParaRPr lang="en-US"/>
          </a:p>
        </p:txBody>
      </p:sp>
    </p:spTree>
    <p:extLst>
      <p:ext uri="{BB962C8B-B14F-4D97-AF65-F5344CB8AC3E}">
        <p14:creationId xmlns:p14="http://schemas.microsoft.com/office/powerpoint/2010/main" val="1194008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091CBB2-972F-9E7C-76CC-A4A485574CB1}"/>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4A5391EC-6C87-A522-7DDB-0D9C3D6B1B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12FFEB54-70CC-A97B-6786-B58AB1A760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47788A9B-61B4-9F81-9DC0-2F4881086190}"/>
              </a:ext>
            </a:extLst>
          </p:cNvPr>
          <p:cNvSpPr>
            <a:spLocks noGrp="1"/>
          </p:cNvSpPr>
          <p:nvPr>
            <p:ph type="dt" sz="half" idx="10"/>
          </p:nvPr>
        </p:nvSpPr>
        <p:spPr/>
        <p:txBody>
          <a:bodyPr/>
          <a:lstStyle/>
          <a:p>
            <a:fld id="{19A26EF1-757D-4FD1-946D-5B5E65454E8F}" type="datetimeFigureOut">
              <a:rPr lang="en-US" smtClean="0"/>
              <a:t>5/11/2025</a:t>
            </a:fld>
            <a:endParaRPr lang="en-US"/>
          </a:p>
        </p:txBody>
      </p:sp>
      <p:sp>
        <p:nvSpPr>
          <p:cNvPr id="6" name="Chỗ dành sẵn cho Chân trang 5">
            <a:extLst>
              <a:ext uri="{FF2B5EF4-FFF2-40B4-BE49-F238E27FC236}">
                <a16:creationId xmlns:a16="http://schemas.microsoft.com/office/drawing/2014/main" id="{80CACC85-8022-29DE-28F6-882C11B76D47}"/>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79C8F11B-9ECC-04A2-915C-340BDB6BCF8F}"/>
              </a:ext>
            </a:extLst>
          </p:cNvPr>
          <p:cNvSpPr>
            <a:spLocks noGrp="1"/>
          </p:cNvSpPr>
          <p:nvPr>
            <p:ph type="sldNum" sz="quarter" idx="12"/>
          </p:nvPr>
        </p:nvSpPr>
        <p:spPr/>
        <p:txBody>
          <a:bodyPr/>
          <a:lstStyle/>
          <a:p>
            <a:fld id="{EA0B7F7C-C990-4762-905C-C8B23368A46D}" type="slidenum">
              <a:rPr lang="en-US" smtClean="0"/>
              <a:t>‹#›</a:t>
            </a:fld>
            <a:endParaRPr lang="en-US"/>
          </a:p>
        </p:txBody>
      </p:sp>
    </p:spTree>
    <p:extLst>
      <p:ext uri="{BB962C8B-B14F-4D97-AF65-F5344CB8AC3E}">
        <p14:creationId xmlns:p14="http://schemas.microsoft.com/office/powerpoint/2010/main" val="681167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55A775-36C4-7A3B-9087-E5B6F8C36737}"/>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6DE9F671-CAB5-98A5-19D0-F5C1C9F7A0B6}"/>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CAC6D55D-5096-D5D7-E147-B666B46ADF20}"/>
              </a:ext>
            </a:extLst>
          </p:cNvPr>
          <p:cNvSpPr>
            <a:spLocks noGrp="1"/>
          </p:cNvSpPr>
          <p:nvPr>
            <p:ph type="dt" sz="half" idx="10"/>
          </p:nvPr>
        </p:nvSpPr>
        <p:spPr/>
        <p:txBody>
          <a:bodyPr/>
          <a:lstStyle/>
          <a:p>
            <a:fld id="{19A26EF1-757D-4FD1-946D-5B5E65454E8F}" type="datetimeFigureOut">
              <a:rPr lang="en-US" smtClean="0"/>
              <a:t>5/11/2025</a:t>
            </a:fld>
            <a:endParaRPr lang="en-US"/>
          </a:p>
        </p:txBody>
      </p:sp>
      <p:sp>
        <p:nvSpPr>
          <p:cNvPr id="5" name="Chỗ dành sẵn cho Chân trang 4">
            <a:extLst>
              <a:ext uri="{FF2B5EF4-FFF2-40B4-BE49-F238E27FC236}">
                <a16:creationId xmlns:a16="http://schemas.microsoft.com/office/drawing/2014/main" id="{2626C4EE-CFA7-D879-D77D-2DE8D2C3A618}"/>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DA09C123-591E-9C21-714E-01448B9E662F}"/>
              </a:ext>
            </a:extLst>
          </p:cNvPr>
          <p:cNvSpPr>
            <a:spLocks noGrp="1"/>
          </p:cNvSpPr>
          <p:nvPr>
            <p:ph type="sldNum" sz="quarter" idx="12"/>
          </p:nvPr>
        </p:nvSpPr>
        <p:spPr/>
        <p:txBody>
          <a:bodyPr/>
          <a:lstStyle/>
          <a:p>
            <a:fld id="{EA0B7F7C-C990-4762-905C-C8B23368A46D}" type="slidenum">
              <a:rPr lang="en-US" smtClean="0"/>
              <a:t>‹#›</a:t>
            </a:fld>
            <a:endParaRPr lang="en-US"/>
          </a:p>
        </p:txBody>
      </p:sp>
    </p:spTree>
    <p:extLst>
      <p:ext uri="{BB962C8B-B14F-4D97-AF65-F5344CB8AC3E}">
        <p14:creationId xmlns:p14="http://schemas.microsoft.com/office/powerpoint/2010/main" val="3098093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7BD20BD5-6B55-65C5-5EA0-25D471693D68}"/>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9C2D67EC-7FB0-795E-4059-45A34B15F552}"/>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103B5C8B-AD4F-AA0A-BE77-A217680A9B73}"/>
              </a:ext>
            </a:extLst>
          </p:cNvPr>
          <p:cNvSpPr>
            <a:spLocks noGrp="1"/>
          </p:cNvSpPr>
          <p:nvPr>
            <p:ph type="dt" sz="half" idx="10"/>
          </p:nvPr>
        </p:nvSpPr>
        <p:spPr/>
        <p:txBody>
          <a:bodyPr/>
          <a:lstStyle/>
          <a:p>
            <a:fld id="{19A26EF1-757D-4FD1-946D-5B5E65454E8F}" type="datetimeFigureOut">
              <a:rPr lang="en-US" smtClean="0"/>
              <a:t>5/11/2025</a:t>
            </a:fld>
            <a:endParaRPr lang="en-US"/>
          </a:p>
        </p:txBody>
      </p:sp>
      <p:sp>
        <p:nvSpPr>
          <p:cNvPr id="5" name="Chỗ dành sẵn cho Chân trang 4">
            <a:extLst>
              <a:ext uri="{FF2B5EF4-FFF2-40B4-BE49-F238E27FC236}">
                <a16:creationId xmlns:a16="http://schemas.microsoft.com/office/drawing/2014/main" id="{F455DA39-896E-7AD1-D768-3F63BACE5842}"/>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D7E49E78-6952-653D-5777-A82F61DEEDA2}"/>
              </a:ext>
            </a:extLst>
          </p:cNvPr>
          <p:cNvSpPr>
            <a:spLocks noGrp="1"/>
          </p:cNvSpPr>
          <p:nvPr>
            <p:ph type="sldNum" sz="quarter" idx="12"/>
          </p:nvPr>
        </p:nvSpPr>
        <p:spPr/>
        <p:txBody>
          <a:bodyPr/>
          <a:lstStyle/>
          <a:p>
            <a:fld id="{EA0B7F7C-C990-4762-905C-C8B23368A46D}" type="slidenum">
              <a:rPr lang="en-US" smtClean="0"/>
              <a:t>‹#›</a:t>
            </a:fld>
            <a:endParaRPr lang="en-US"/>
          </a:p>
        </p:txBody>
      </p:sp>
    </p:spTree>
    <p:extLst>
      <p:ext uri="{BB962C8B-B14F-4D97-AF65-F5344CB8AC3E}">
        <p14:creationId xmlns:p14="http://schemas.microsoft.com/office/powerpoint/2010/main" val="208341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D25CEB8B-612C-1381-F3BA-E58E511B99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061721A3-D505-E554-9756-E12337F54B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981A3E4F-8666-4710-38F7-3F9061CEDF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A26EF1-757D-4FD1-946D-5B5E65454E8F}" type="datetimeFigureOut">
              <a:rPr lang="en-US" smtClean="0"/>
              <a:t>5/11/2025</a:t>
            </a:fld>
            <a:endParaRPr lang="en-US"/>
          </a:p>
        </p:txBody>
      </p:sp>
      <p:sp>
        <p:nvSpPr>
          <p:cNvPr id="5" name="Chỗ dành sẵn cho Chân trang 4">
            <a:extLst>
              <a:ext uri="{FF2B5EF4-FFF2-40B4-BE49-F238E27FC236}">
                <a16:creationId xmlns:a16="http://schemas.microsoft.com/office/drawing/2014/main" id="{26DEC970-419A-1B00-BE9C-30EA2B34D2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Chỗ dành sẵn cho Số hiệu Bản chiếu 5">
            <a:extLst>
              <a:ext uri="{FF2B5EF4-FFF2-40B4-BE49-F238E27FC236}">
                <a16:creationId xmlns:a16="http://schemas.microsoft.com/office/drawing/2014/main" id="{43D24510-A19B-81ED-9027-05DCFD502B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0B7F7C-C990-4762-905C-C8B23368A46D}" type="slidenum">
              <a:rPr lang="en-US" smtClean="0"/>
              <a:t>‹#›</a:t>
            </a:fld>
            <a:endParaRPr lang="en-US"/>
          </a:p>
        </p:txBody>
      </p:sp>
    </p:spTree>
    <p:extLst>
      <p:ext uri="{BB962C8B-B14F-4D97-AF65-F5344CB8AC3E}">
        <p14:creationId xmlns:p14="http://schemas.microsoft.com/office/powerpoint/2010/main" val="2761174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Hình chữ nhật 6">
            <a:extLst>
              <a:ext uri="{FF2B5EF4-FFF2-40B4-BE49-F238E27FC236}">
                <a16:creationId xmlns:a16="http://schemas.microsoft.com/office/drawing/2014/main" id="{C8110E4F-D901-2A2D-3A14-08B4B485054E}"/>
              </a:ext>
            </a:extLst>
          </p:cNvPr>
          <p:cNvSpPr/>
          <p:nvPr/>
        </p:nvSpPr>
        <p:spPr>
          <a:xfrm>
            <a:off x="329785" y="768030"/>
            <a:ext cx="11647356" cy="2123619"/>
          </a:xfrm>
          <a:prstGeom prst="rect">
            <a:avLst/>
          </a:prstGeom>
          <a:ln>
            <a:solidFill>
              <a:srgbClr val="FF2D1D"/>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Hình chữ nhật 11">
            <a:extLst>
              <a:ext uri="{FF2B5EF4-FFF2-40B4-BE49-F238E27FC236}">
                <a16:creationId xmlns:a16="http://schemas.microsoft.com/office/drawing/2014/main" id="{CB0DB045-624A-D362-1778-DB7EF121E586}"/>
              </a:ext>
            </a:extLst>
          </p:cNvPr>
          <p:cNvSpPr/>
          <p:nvPr/>
        </p:nvSpPr>
        <p:spPr>
          <a:xfrm>
            <a:off x="0" y="0"/>
            <a:ext cx="12192000" cy="701040"/>
          </a:xfrm>
          <a:prstGeom prst="rect">
            <a:avLst/>
          </a:prstGeom>
          <a:solidFill>
            <a:srgbClr val="F44A2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LÍ DO CHỌN ĐỀ TÀI</a:t>
            </a:r>
          </a:p>
        </p:txBody>
      </p:sp>
      <p:sp>
        <p:nvSpPr>
          <p:cNvPr id="13" name="Hình chữ nhật 12">
            <a:extLst>
              <a:ext uri="{FF2B5EF4-FFF2-40B4-BE49-F238E27FC236}">
                <a16:creationId xmlns:a16="http://schemas.microsoft.com/office/drawing/2014/main" id="{27E8E506-7ACE-779D-5DF7-FD49AA2500DD}"/>
              </a:ext>
            </a:extLst>
          </p:cNvPr>
          <p:cNvSpPr/>
          <p:nvPr/>
        </p:nvSpPr>
        <p:spPr>
          <a:xfrm>
            <a:off x="0" y="3108836"/>
            <a:ext cx="12192000" cy="693174"/>
          </a:xfrm>
          <a:prstGeom prst="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VẤN ĐỀ NGHIÊN CỨU</a:t>
            </a:r>
          </a:p>
        </p:txBody>
      </p:sp>
      <p:sp>
        <p:nvSpPr>
          <p:cNvPr id="18" name="Hình chữ nhật: Góc Tròn 17">
            <a:extLst>
              <a:ext uri="{FF2B5EF4-FFF2-40B4-BE49-F238E27FC236}">
                <a16:creationId xmlns:a16="http://schemas.microsoft.com/office/drawing/2014/main" id="{DA16ECF8-AC74-2C63-9C12-CF2EDDC930A4}"/>
              </a:ext>
            </a:extLst>
          </p:cNvPr>
          <p:cNvSpPr/>
          <p:nvPr/>
        </p:nvSpPr>
        <p:spPr>
          <a:xfrm>
            <a:off x="690965" y="4019197"/>
            <a:ext cx="2987039" cy="1508903"/>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0" i="0" dirty="0">
                <a:solidFill>
                  <a:schemeClr val="bg1"/>
                </a:solidFill>
                <a:effectLst/>
                <a:latin typeface="DeepSeek-CJK-patch"/>
              </a:rPr>
              <a:t>Người khiếm thị và người già yếu gặp khó khăn trong di chuyển do thiếu công cụ hỗ trợ thông minh, dễ dẫn đến tai nạn</a:t>
            </a:r>
            <a:endParaRPr lang="en-US" dirty="0">
              <a:solidFill>
                <a:schemeClr val="bg1"/>
              </a:solidFill>
            </a:endParaRPr>
          </a:p>
        </p:txBody>
      </p:sp>
      <p:sp>
        <p:nvSpPr>
          <p:cNvPr id="19" name="Hình chữ nhật: Góc Tròn 18">
            <a:extLst>
              <a:ext uri="{FF2B5EF4-FFF2-40B4-BE49-F238E27FC236}">
                <a16:creationId xmlns:a16="http://schemas.microsoft.com/office/drawing/2014/main" id="{6D0DFBEE-4414-63C6-3DCE-5F1E59FCE07D}"/>
              </a:ext>
            </a:extLst>
          </p:cNvPr>
          <p:cNvSpPr/>
          <p:nvPr/>
        </p:nvSpPr>
        <p:spPr>
          <a:xfrm>
            <a:off x="8722278" y="3915071"/>
            <a:ext cx="2940069" cy="1436517"/>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800" b="0" i="0" dirty="0">
                <a:solidFill>
                  <a:schemeClr val="bg1"/>
                </a:solidFill>
                <a:effectLst/>
                <a:latin typeface="+mj-lt"/>
              </a:rPr>
              <a:t>Các gậy thông minh trên thị trường chưa tích hợp đa cảm biến, định vị một chiều, hệ thống âm thanh chưa linh hoạt, giá thành cao</a:t>
            </a:r>
            <a:endParaRPr lang="en-US" dirty="0">
              <a:solidFill>
                <a:schemeClr val="bg1"/>
              </a:solidFill>
            </a:endParaRPr>
          </a:p>
        </p:txBody>
      </p:sp>
      <p:sp>
        <p:nvSpPr>
          <p:cNvPr id="20" name="Hình chữ nhật: Góc Tròn 19">
            <a:extLst>
              <a:ext uri="{FF2B5EF4-FFF2-40B4-BE49-F238E27FC236}">
                <a16:creationId xmlns:a16="http://schemas.microsoft.com/office/drawing/2014/main" id="{FB0B6D89-2B47-6A19-C028-53BA04EBF574}"/>
              </a:ext>
            </a:extLst>
          </p:cNvPr>
          <p:cNvSpPr/>
          <p:nvPr/>
        </p:nvSpPr>
        <p:spPr>
          <a:xfrm>
            <a:off x="4092316" y="5528100"/>
            <a:ext cx="3612628" cy="1217474"/>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800" b="0" i="0" dirty="0">
                <a:solidFill>
                  <a:schemeClr val="bg1"/>
                </a:solidFill>
                <a:effectLst/>
                <a:latin typeface="+mj-lt"/>
              </a:rPr>
              <a:t>Nâng cao tính tự chủ, an toàn cho người khiếm thị, giảm gánh nặng cho gia đình và xã hội</a:t>
            </a:r>
            <a:endParaRPr lang="en-US" dirty="0">
              <a:solidFill>
                <a:schemeClr val="bg1"/>
              </a:solidFill>
            </a:endParaRPr>
          </a:p>
        </p:txBody>
      </p:sp>
      <p:pic>
        <p:nvPicPr>
          <p:cNvPr id="23" name="Hình ảnh 22" descr="Ảnh có chứa bản phác thảo, hình vẽ, Nghệ thuật vẽ nét đơn, thiết kế&#10;&#10;Nội dung do AI tạo ra có thể không chính xác.">
            <a:extLst>
              <a:ext uri="{FF2B5EF4-FFF2-40B4-BE49-F238E27FC236}">
                <a16:creationId xmlns:a16="http://schemas.microsoft.com/office/drawing/2014/main" id="{FC60335E-61A4-9E50-99AB-3DE09360C584}"/>
              </a:ext>
            </a:extLst>
          </p:cNvPr>
          <p:cNvPicPr>
            <a:picLocks noChangeAspect="1"/>
          </p:cNvPicPr>
          <p:nvPr/>
        </p:nvPicPr>
        <p:blipFill>
          <a:blip r:embed="rId2">
            <a:extLst>
              <a:ext uri="{28A0092B-C50C-407E-A947-70E740481C1C}">
                <a14:useLocalDpi xmlns:a14="http://schemas.microsoft.com/office/drawing/2010/main" val="0"/>
              </a:ext>
            </a:extLst>
          </a:blip>
          <a:srcRect l="12491" t="10956" r="8979" b="9112"/>
          <a:stretch/>
        </p:blipFill>
        <p:spPr>
          <a:xfrm>
            <a:off x="8119256" y="5418578"/>
            <a:ext cx="1339749" cy="1436517"/>
          </a:xfrm>
          <a:prstGeom prst="rect">
            <a:avLst/>
          </a:prstGeom>
        </p:spPr>
      </p:pic>
      <p:pic>
        <p:nvPicPr>
          <p:cNvPr id="25" name="Hình ảnh 24" descr="Ảnh có chứa bản phác thảo, hình vẽ, màu trắng, Nghệ thuật vẽ nét đơn&#10;&#10;Nội dung do AI tạo ra có thể không chính xác.">
            <a:extLst>
              <a:ext uri="{FF2B5EF4-FFF2-40B4-BE49-F238E27FC236}">
                <a16:creationId xmlns:a16="http://schemas.microsoft.com/office/drawing/2014/main" id="{BBBA3E96-88A3-6DD4-38EB-16933556FA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9890" y="3915430"/>
            <a:ext cx="2697480" cy="1508903"/>
          </a:xfrm>
          <a:prstGeom prst="rect">
            <a:avLst/>
          </a:prstGeom>
        </p:spPr>
      </p:pic>
      <p:sp>
        <p:nvSpPr>
          <p:cNvPr id="3" name="Hộp Văn bản 2">
            <a:extLst>
              <a:ext uri="{FF2B5EF4-FFF2-40B4-BE49-F238E27FC236}">
                <a16:creationId xmlns:a16="http://schemas.microsoft.com/office/drawing/2014/main" id="{9477423B-F668-8136-1613-FB908C2D29F8}"/>
              </a:ext>
            </a:extLst>
          </p:cNvPr>
          <p:cNvSpPr txBox="1"/>
          <p:nvPr/>
        </p:nvSpPr>
        <p:spPr>
          <a:xfrm>
            <a:off x="781987" y="973354"/>
            <a:ext cx="10628025" cy="1712969"/>
          </a:xfrm>
          <a:prstGeom prst="rect">
            <a:avLst/>
          </a:prstGeom>
          <a:noFill/>
        </p:spPr>
        <p:txBody>
          <a:bodyPr wrap="square">
            <a:spAutoFit/>
          </a:bodyPr>
          <a:lstStyle/>
          <a:p>
            <a:pPr algn="l">
              <a:lnSpc>
                <a:spcPts val="2143"/>
              </a:lnSpc>
              <a:spcBef>
                <a:spcPts val="1029"/>
              </a:spcBef>
              <a:spcAft>
                <a:spcPts val="1029"/>
              </a:spcAft>
            </a:pPr>
            <a:r>
              <a:rPr lang="vi-VN" sz="2400" b="0" i="0" dirty="0">
                <a:solidFill>
                  <a:srgbClr val="404040"/>
                </a:solidFill>
                <a:effectLst/>
                <a:latin typeface="+mj-lt"/>
              </a:rPr>
              <a:t>Theo thống kê, Việt Nam có hơn 2 triệu người khiếm thị</a:t>
            </a:r>
            <a:r>
              <a:rPr lang="en-US" sz="2400" b="0" i="0" dirty="0">
                <a:solidFill>
                  <a:srgbClr val="404040"/>
                </a:solidFill>
                <a:effectLst/>
                <a:latin typeface="+mj-lt"/>
              </a:rPr>
              <a:t> </a:t>
            </a:r>
            <a:r>
              <a:rPr lang="vi-VN" sz="2400" b="0" i="0" dirty="0">
                <a:solidFill>
                  <a:srgbClr val="404040"/>
                </a:solidFill>
                <a:effectLst/>
                <a:latin typeface="+mj-lt"/>
              </a:rPr>
              <a:t>và 11% dân số trên 60 tuổi (khoảng 10 triệu người) cần hỗ trợ di chuyển. Tuy nhiên, các sản phẩm hiện có chưa đáp ứng đủ nhu cầu về tính năng và giá thành, khiến nhiều người gặp rủi ro khi sinh hoạt hàng ngày. Đề tài hướng đến phát triển gậy thông minh đa chức năng, giá rẻ, giúp người khiếm thị và người già yếu</a:t>
            </a:r>
            <a:r>
              <a:rPr lang="en-US" sz="2400" b="0" i="0" dirty="0">
                <a:solidFill>
                  <a:srgbClr val="404040"/>
                </a:solidFill>
                <a:effectLst/>
                <a:latin typeface="+mj-lt"/>
              </a:rPr>
              <a:t> </a:t>
            </a:r>
            <a:r>
              <a:rPr lang="vi-VN" sz="2400" b="0" i="0" dirty="0">
                <a:solidFill>
                  <a:srgbClr val="404040"/>
                </a:solidFill>
                <a:effectLst/>
                <a:latin typeface="+mj-lt"/>
              </a:rPr>
              <a:t> di chuyển an toàn, tự chủ, giảm gánh nặng cho gia đình và xã hội.</a:t>
            </a:r>
          </a:p>
        </p:txBody>
      </p:sp>
    </p:spTree>
    <p:extLst>
      <p:ext uri="{BB962C8B-B14F-4D97-AF65-F5344CB8AC3E}">
        <p14:creationId xmlns:p14="http://schemas.microsoft.com/office/powerpoint/2010/main" val="221198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26DE8-C88B-585C-3D41-DFC0052FAC44}"/>
            </a:ext>
          </a:extLst>
        </p:cNvPr>
        <p:cNvGrpSpPr/>
        <p:nvPr/>
      </p:nvGrpSpPr>
      <p:grpSpPr>
        <a:xfrm>
          <a:off x="0" y="0"/>
          <a:ext cx="0" cy="0"/>
          <a:chOff x="0" y="0"/>
          <a:chExt cx="0" cy="0"/>
        </a:xfrm>
      </p:grpSpPr>
      <p:sp>
        <p:nvSpPr>
          <p:cNvPr id="2" name="Hình chữ nhật 1">
            <a:extLst>
              <a:ext uri="{FF2B5EF4-FFF2-40B4-BE49-F238E27FC236}">
                <a16:creationId xmlns:a16="http://schemas.microsoft.com/office/drawing/2014/main" id="{358F4CDE-7412-2764-C413-546AE598AB0B}"/>
              </a:ext>
            </a:extLst>
          </p:cNvPr>
          <p:cNvSpPr/>
          <p:nvPr/>
        </p:nvSpPr>
        <p:spPr>
          <a:xfrm>
            <a:off x="204865" y="850691"/>
            <a:ext cx="11787266" cy="5819931"/>
          </a:xfrm>
          <a:prstGeom prst="rect">
            <a:avLst/>
          </a:prstGeom>
          <a:ln>
            <a:solidFill>
              <a:srgbClr val="FF2D1D"/>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Hình chữ nhật 11">
            <a:extLst>
              <a:ext uri="{FF2B5EF4-FFF2-40B4-BE49-F238E27FC236}">
                <a16:creationId xmlns:a16="http://schemas.microsoft.com/office/drawing/2014/main" id="{542D5368-AFAC-CA2A-0420-BDF2C95ED13C}"/>
              </a:ext>
            </a:extLst>
          </p:cNvPr>
          <p:cNvSpPr/>
          <p:nvPr/>
        </p:nvSpPr>
        <p:spPr>
          <a:xfrm>
            <a:off x="0" y="-17921"/>
            <a:ext cx="12192000" cy="701040"/>
          </a:xfrm>
          <a:prstGeom prst="rect">
            <a:avLst/>
          </a:prstGeom>
          <a:solidFill>
            <a:srgbClr val="F44A2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TIÊU CHÍ DỰ ÁN</a:t>
            </a:r>
          </a:p>
        </p:txBody>
      </p:sp>
      <p:sp>
        <p:nvSpPr>
          <p:cNvPr id="7" name="Hình chữ nhật: Góc Tròn 6">
            <a:extLst>
              <a:ext uri="{FF2B5EF4-FFF2-40B4-BE49-F238E27FC236}">
                <a16:creationId xmlns:a16="http://schemas.microsoft.com/office/drawing/2014/main" id="{C8DE937F-8337-0BF0-C6D0-6E1424DFCD61}"/>
              </a:ext>
            </a:extLst>
          </p:cNvPr>
          <p:cNvSpPr/>
          <p:nvPr/>
        </p:nvSpPr>
        <p:spPr>
          <a:xfrm>
            <a:off x="444711" y="1034718"/>
            <a:ext cx="11397520" cy="1086389"/>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Hộp Văn bản 8">
            <a:extLst>
              <a:ext uri="{FF2B5EF4-FFF2-40B4-BE49-F238E27FC236}">
                <a16:creationId xmlns:a16="http://schemas.microsoft.com/office/drawing/2014/main" id="{C9D537E1-7533-CF0B-5FF3-0117146A2F79}"/>
              </a:ext>
            </a:extLst>
          </p:cNvPr>
          <p:cNvSpPr txBox="1"/>
          <p:nvPr/>
        </p:nvSpPr>
        <p:spPr>
          <a:xfrm>
            <a:off x="739518" y="1248721"/>
            <a:ext cx="11102713" cy="658385"/>
          </a:xfrm>
          <a:prstGeom prst="rect">
            <a:avLst/>
          </a:prstGeom>
          <a:noFill/>
        </p:spPr>
        <p:txBody>
          <a:bodyPr wrap="square">
            <a:spAutoFit/>
          </a:bodyPr>
          <a:lstStyle/>
          <a:p>
            <a:pPr algn="l">
              <a:lnSpc>
                <a:spcPts val="2143"/>
              </a:lnSpc>
              <a:spcBef>
                <a:spcPts val="1029"/>
              </a:spcBef>
              <a:spcAft>
                <a:spcPts val="1029"/>
              </a:spcAft>
            </a:pPr>
            <a:r>
              <a:rPr lang="vi-VN" sz="2800" b="1" i="0" dirty="0">
                <a:solidFill>
                  <a:srgbClr val="404040"/>
                </a:solidFill>
                <a:effectLst/>
                <a:latin typeface="DeepSeek-CJK-patch"/>
              </a:rPr>
              <a:t>Tính mới</a:t>
            </a:r>
            <a:r>
              <a:rPr lang="vi-VN" sz="2800" b="0" i="0" dirty="0">
                <a:solidFill>
                  <a:srgbClr val="404040"/>
                </a:solidFill>
                <a:effectLst/>
                <a:latin typeface="DeepSeek-CJK-patch"/>
              </a:rPr>
              <a:t>: Kết hợp 3 loại cảm biến (siêu âm, mưa, GPS) và định vị hai chiều qua </a:t>
            </a:r>
            <a:r>
              <a:rPr lang="vi-VN" sz="2800" b="0" i="0" dirty="0" err="1">
                <a:solidFill>
                  <a:srgbClr val="404040"/>
                </a:solidFill>
                <a:effectLst/>
                <a:latin typeface="DeepSeek-CJK-patch"/>
              </a:rPr>
              <a:t>Telegram</a:t>
            </a:r>
            <a:r>
              <a:rPr lang="vi-VN" b="0" i="0" dirty="0">
                <a:solidFill>
                  <a:srgbClr val="404040"/>
                </a:solidFill>
                <a:effectLst/>
                <a:latin typeface="DeepSeek-CJK-patch"/>
              </a:rPr>
              <a:t>.</a:t>
            </a:r>
          </a:p>
        </p:txBody>
      </p:sp>
      <p:sp>
        <p:nvSpPr>
          <p:cNvPr id="10" name="Hình chữ nhật: Góc Tròn 9">
            <a:extLst>
              <a:ext uri="{FF2B5EF4-FFF2-40B4-BE49-F238E27FC236}">
                <a16:creationId xmlns:a16="http://schemas.microsoft.com/office/drawing/2014/main" id="{7BBE3B77-7BBF-3F72-9F21-ADCEE101560E}"/>
              </a:ext>
            </a:extLst>
          </p:cNvPr>
          <p:cNvSpPr/>
          <p:nvPr/>
        </p:nvSpPr>
        <p:spPr>
          <a:xfrm>
            <a:off x="444711" y="2472706"/>
            <a:ext cx="11397520" cy="1086389"/>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Hình chữ nhật: Góc Tròn 10">
            <a:extLst>
              <a:ext uri="{FF2B5EF4-FFF2-40B4-BE49-F238E27FC236}">
                <a16:creationId xmlns:a16="http://schemas.microsoft.com/office/drawing/2014/main" id="{50ACAC94-44E8-4710-DD7F-0C65C91FF5B7}"/>
              </a:ext>
            </a:extLst>
          </p:cNvPr>
          <p:cNvSpPr/>
          <p:nvPr/>
        </p:nvSpPr>
        <p:spPr>
          <a:xfrm>
            <a:off x="444711" y="3910694"/>
            <a:ext cx="11397520" cy="1086389"/>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l">
              <a:lnSpc>
                <a:spcPts val="2143"/>
              </a:lnSpc>
              <a:spcBef>
                <a:spcPts val="300"/>
              </a:spcBef>
              <a:spcAft>
                <a:spcPts val="1029"/>
              </a:spcAft>
            </a:pPr>
            <a:r>
              <a:rPr lang="en-US" sz="2800" b="1" i="0" dirty="0">
                <a:solidFill>
                  <a:srgbClr val="404040"/>
                </a:solidFill>
                <a:effectLst/>
                <a:latin typeface="DeepSeek-CJK-patch"/>
              </a:rPr>
              <a:t>   </a:t>
            </a:r>
            <a:r>
              <a:rPr lang="vi-VN" sz="2800" b="1" i="0" dirty="0">
                <a:solidFill>
                  <a:srgbClr val="404040"/>
                </a:solidFill>
                <a:effectLst/>
                <a:latin typeface="DeepSeek-CJK-patch"/>
              </a:rPr>
              <a:t>Giá thành hợp lý</a:t>
            </a:r>
            <a:r>
              <a:rPr lang="vi-VN" sz="2800" b="0" i="0" dirty="0">
                <a:solidFill>
                  <a:srgbClr val="404040"/>
                </a:solidFill>
                <a:effectLst/>
                <a:latin typeface="DeepSeek-CJK-patch"/>
              </a:rPr>
              <a:t>: Dưới 400.000 VNĐ</a:t>
            </a:r>
            <a:r>
              <a:rPr lang="vi-VN" b="0" i="0" dirty="0">
                <a:solidFill>
                  <a:srgbClr val="404040"/>
                </a:solidFill>
                <a:effectLst/>
                <a:latin typeface="DeepSeek-CJK-patch"/>
              </a:rPr>
              <a:t>.</a:t>
            </a:r>
          </a:p>
        </p:txBody>
      </p:sp>
      <p:sp>
        <p:nvSpPr>
          <p:cNvPr id="14" name="Hình chữ nhật: Góc Tròn 13">
            <a:extLst>
              <a:ext uri="{FF2B5EF4-FFF2-40B4-BE49-F238E27FC236}">
                <a16:creationId xmlns:a16="http://schemas.microsoft.com/office/drawing/2014/main" id="{2F3A8275-0DF4-3989-CA01-BA7038A50D77}"/>
              </a:ext>
            </a:extLst>
          </p:cNvPr>
          <p:cNvSpPr/>
          <p:nvPr/>
        </p:nvSpPr>
        <p:spPr>
          <a:xfrm>
            <a:off x="444711" y="5348682"/>
            <a:ext cx="11397520" cy="1086389"/>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l">
              <a:lnSpc>
                <a:spcPts val="2143"/>
              </a:lnSpc>
              <a:spcBef>
                <a:spcPts val="300"/>
              </a:spcBef>
              <a:spcAft>
                <a:spcPts val="1029"/>
              </a:spcAft>
            </a:pPr>
            <a:r>
              <a:rPr lang="en-US" sz="2800" b="1" i="0" dirty="0">
                <a:solidFill>
                  <a:srgbClr val="404040"/>
                </a:solidFill>
                <a:effectLst/>
                <a:latin typeface="DeepSeek-CJK-patch"/>
              </a:rPr>
              <a:t>  </a:t>
            </a:r>
            <a:r>
              <a:rPr lang="vi-VN" sz="2800" b="1" i="0" dirty="0">
                <a:solidFill>
                  <a:srgbClr val="404040"/>
                </a:solidFill>
                <a:effectLst/>
                <a:latin typeface="DeepSeek-CJK-patch"/>
              </a:rPr>
              <a:t>Thân thiện với người dùng</a:t>
            </a:r>
            <a:r>
              <a:rPr lang="vi-VN" sz="2800" b="0" i="0" dirty="0">
                <a:solidFill>
                  <a:srgbClr val="404040"/>
                </a:solidFill>
                <a:effectLst/>
                <a:latin typeface="DeepSeek-CJK-patch"/>
              </a:rPr>
              <a:t>: Hệ t</a:t>
            </a:r>
            <a:r>
              <a:rPr lang="en-US" sz="2800" b="0" i="0" dirty="0" err="1">
                <a:solidFill>
                  <a:srgbClr val="404040"/>
                </a:solidFill>
                <a:effectLst/>
                <a:latin typeface="DeepSeek-CJK-patch"/>
              </a:rPr>
              <a:t>hống</a:t>
            </a:r>
            <a:r>
              <a:rPr lang="en-US" sz="2800" b="0" i="0" dirty="0">
                <a:solidFill>
                  <a:srgbClr val="404040"/>
                </a:solidFill>
                <a:effectLst/>
                <a:latin typeface="DeepSeek-CJK-patch"/>
              </a:rPr>
              <a:t> </a:t>
            </a:r>
            <a:r>
              <a:rPr lang="en-US" sz="2800" b="0" i="0" dirty="0" err="1">
                <a:solidFill>
                  <a:srgbClr val="404040"/>
                </a:solidFill>
                <a:effectLst/>
                <a:latin typeface="DeepSeek-CJK-patch"/>
              </a:rPr>
              <a:t>cảnh</a:t>
            </a:r>
            <a:r>
              <a:rPr lang="en-US" sz="2800" b="0" i="0" dirty="0">
                <a:solidFill>
                  <a:srgbClr val="404040"/>
                </a:solidFill>
                <a:effectLst/>
                <a:latin typeface="DeepSeek-CJK-patch"/>
              </a:rPr>
              <a:t> </a:t>
            </a:r>
            <a:r>
              <a:rPr lang="en-US" sz="2800" b="0" i="0" dirty="0" err="1">
                <a:solidFill>
                  <a:srgbClr val="404040"/>
                </a:solidFill>
                <a:effectLst/>
                <a:latin typeface="DeepSeek-CJK-patch"/>
              </a:rPr>
              <a:t>báo</a:t>
            </a:r>
            <a:r>
              <a:rPr lang="vi-VN" sz="2800" b="0" i="0" dirty="0">
                <a:solidFill>
                  <a:srgbClr val="404040"/>
                </a:solidFill>
                <a:effectLst/>
                <a:latin typeface="DeepSeek-CJK-patch"/>
              </a:rPr>
              <a:t> đa kênh (loa + tai nghe</a:t>
            </a:r>
            <a:r>
              <a:rPr lang="en-US" sz="2800" b="0" i="0" dirty="0">
                <a:solidFill>
                  <a:srgbClr val="404040"/>
                </a:solidFill>
                <a:effectLst/>
                <a:latin typeface="DeepSeek-CJK-patch"/>
              </a:rPr>
              <a:t>+ rung</a:t>
            </a:r>
            <a:r>
              <a:rPr lang="vi-VN" sz="2800" b="0" i="0" dirty="0">
                <a:solidFill>
                  <a:srgbClr val="404040"/>
                </a:solidFill>
                <a:effectLst/>
                <a:latin typeface="DeepSeek-CJK-patch"/>
              </a:rPr>
              <a:t>), pin sạc </a:t>
            </a:r>
            <a:r>
              <a:rPr lang="vi-VN" sz="2800" b="0" i="0" dirty="0" err="1">
                <a:solidFill>
                  <a:srgbClr val="404040"/>
                </a:solidFill>
                <a:effectLst/>
                <a:latin typeface="DeepSeek-CJK-patch"/>
              </a:rPr>
              <a:t>Type</a:t>
            </a:r>
            <a:r>
              <a:rPr lang="vi-VN" sz="2800" b="0" i="0" dirty="0">
                <a:solidFill>
                  <a:srgbClr val="404040"/>
                </a:solidFill>
                <a:effectLst/>
                <a:latin typeface="DeepSeek-CJK-patch"/>
              </a:rPr>
              <a:t>-C.</a:t>
            </a:r>
          </a:p>
        </p:txBody>
      </p:sp>
      <p:sp>
        <p:nvSpPr>
          <p:cNvPr id="16" name="Hộp Văn bản 15">
            <a:extLst>
              <a:ext uri="{FF2B5EF4-FFF2-40B4-BE49-F238E27FC236}">
                <a16:creationId xmlns:a16="http://schemas.microsoft.com/office/drawing/2014/main" id="{7AAA0337-8995-2FB4-5B4D-8E92E5F74EF9}"/>
              </a:ext>
            </a:extLst>
          </p:cNvPr>
          <p:cNvSpPr txBox="1"/>
          <p:nvPr/>
        </p:nvSpPr>
        <p:spPr>
          <a:xfrm>
            <a:off x="739519" y="2713220"/>
            <a:ext cx="11102712" cy="658385"/>
          </a:xfrm>
          <a:prstGeom prst="rect">
            <a:avLst/>
          </a:prstGeom>
          <a:noFill/>
        </p:spPr>
        <p:txBody>
          <a:bodyPr wrap="square">
            <a:spAutoFit/>
          </a:bodyPr>
          <a:lstStyle/>
          <a:p>
            <a:pPr algn="l">
              <a:lnSpc>
                <a:spcPts val="2143"/>
              </a:lnSpc>
              <a:spcBef>
                <a:spcPts val="300"/>
              </a:spcBef>
              <a:spcAft>
                <a:spcPts val="1029"/>
              </a:spcAft>
            </a:pPr>
            <a:r>
              <a:rPr lang="vi-VN" sz="2800" b="1" i="0" dirty="0">
                <a:solidFill>
                  <a:srgbClr val="404040"/>
                </a:solidFill>
                <a:effectLst/>
                <a:latin typeface="DeepSeek-CJK-patch"/>
              </a:rPr>
              <a:t>Hiệu quả</a:t>
            </a:r>
            <a:r>
              <a:rPr lang="vi-VN" sz="2800" b="0" i="0" dirty="0">
                <a:solidFill>
                  <a:srgbClr val="404040"/>
                </a:solidFill>
                <a:effectLst/>
                <a:latin typeface="DeepSeek-CJK-patch"/>
              </a:rPr>
              <a:t>: Cảnh báo chính xác vật cản (30–100 </a:t>
            </a:r>
            <a:r>
              <a:rPr lang="vi-VN" sz="2800" b="0" i="0" dirty="0" err="1">
                <a:solidFill>
                  <a:srgbClr val="404040"/>
                </a:solidFill>
                <a:effectLst/>
                <a:latin typeface="DeepSeek-CJK-patch"/>
              </a:rPr>
              <a:t>cm</a:t>
            </a:r>
            <a:r>
              <a:rPr lang="vi-VN" sz="2800" b="0" i="0" dirty="0">
                <a:solidFill>
                  <a:srgbClr val="404040"/>
                </a:solidFill>
                <a:effectLst/>
                <a:latin typeface="DeepSeek-CJK-patch"/>
              </a:rPr>
              <a:t>), hố sâu (&gt;30 </a:t>
            </a:r>
            <a:r>
              <a:rPr lang="vi-VN" sz="2800" b="0" i="0" dirty="0" err="1">
                <a:solidFill>
                  <a:srgbClr val="404040"/>
                </a:solidFill>
                <a:effectLst/>
                <a:latin typeface="DeepSeek-CJK-patch"/>
              </a:rPr>
              <a:t>cm</a:t>
            </a:r>
            <a:r>
              <a:rPr lang="vi-VN" sz="2800" b="0" i="0" dirty="0">
                <a:solidFill>
                  <a:srgbClr val="404040"/>
                </a:solidFill>
                <a:effectLst/>
                <a:latin typeface="DeepSeek-CJK-patch"/>
              </a:rPr>
              <a:t>), trơn trượt.</a:t>
            </a:r>
          </a:p>
        </p:txBody>
      </p:sp>
    </p:spTree>
    <p:extLst>
      <p:ext uri="{BB962C8B-B14F-4D97-AF65-F5344CB8AC3E}">
        <p14:creationId xmlns:p14="http://schemas.microsoft.com/office/powerpoint/2010/main" val="58803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C9742-5158-5C9C-11FB-F57759E24DC2}"/>
            </a:ext>
          </a:extLst>
        </p:cNvPr>
        <p:cNvGrpSpPr/>
        <p:nvPr/>
      </p:nvGrpSpPr>
      <p:grpSpPr>
        <a:xfrm>
          <a:off x="0" y="0"/>
          <a:ext cx="0" cy="0"/>
          <a:chOff x="0" y="0"/>
          <a:chExt cx="0" cy="0"/>
        </a:xfrm>
      </p:grpSpPr>
      <p:sp>
        <p:nvSpPr>
          <p:cNvPr id="17" name="Hình chữ nhật 16">
            <a:extLst>
              <a:ext uri="{FF2B5EF4-FFF2-40B4-BE49-F238E27FC236}">
                <a16:creationId xmlns:a16="http://schemas.microsoft.com/office/drawing/2014/main" id="{1AF115D4-F892-5F2D-C320-90ADF3048961}"/>
              </a:ext>
            </a:extLst>
          </p:cNvPr>
          <p:cNvSpPr/>
          <p:nvPr/>
        </p:nvSpPr>
        <p:spPr>
          <a:xfrm>
            <a:off x="102433" y="962493"/>
            <a:ext cx="11987134" cy="3811249"/>
          </a:xfrm>
          <a:prstGeom prst="rect">
            <a:avLst/>
          </a:prstGeom>
          <a:ln>
            <a:solidFill>
              <a:srgbClr val="FF2D1D"/>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Hình chữ nhật 11">
            <a:extLst>
              <a:ext uri="{FF2B5EF4-FFF2-40B4-BE49-F238E27FC236}">
                <a16:creationId xmlns:a16="http://schemas.microsoft.com/office/drawing/2014/main" id="{4444E9AF-E3D2-EFA6-50F9-1ECB0CFA54BE}"/>
              </a:ext>
            </a:extLst>
          </p:cNvPr>
          <p:cNvSpPr/>
          <p:nvPr/>
        </p:nvSpPr>
        <p:spPr>
          <a:xfrm>
            <a:off x="0" y="-17921"/>
            <a:ext cx="12192000" cy="701040"/>
          </a:xfrm>
          <a:prstGeom prst="rect">
            <a:avLst/>
          </a:prstGeom>
          <a:solidFill>
            <a:srgbClr val="F44A2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QUY TRÌNH NGHIÊN CỨU</a:t>
            </a:r>
          </a:p>
        </p:txBody>
      </p:sp>
      <p:sp>
        <p:nvSpPr>
          <p:cNvPr id="3" name="Hộp Văn bản 2">
            <a:extLst>
              <a:ext uri="{FF2B5EF4-FFF2-40B4-BE49-F238E27FC236}">
                <a16:creationId xmlns:a16="http://schemas.microsoft.com/office/drawing/2014/main" id="{0C317297-A642-B89E-7117-1D4808941E51}"/>
              </a:ext>
            </a:extLst>
          </p:cNvPr>
          <p:cNvSpPr txBox="1"/>
          <p:nvPr/>
        </p:nvSpPr>
        <p:spPr>
          <a:xfrm>
            <a:off x="204866" y="1242070"/>
            <a:ext cx="11782268" cy="1384995"/>
          </a:xfrm>
          <a:prstGeom prst="rect">
            <a:avLst/>
          </a:prstGeom>
          <a:noFill/>
        </p:spPr>
        <p:txBody>
          <a:bodyPr wrap="square">
            <a:spAutoFit/>
          </a:bodyPr>
          <a:lstStyle/>
          <a:p>
            <a:pPr>
              <a:buNone/>
            </a:pPr>
            <a:br>
              <a:rPr lang="vi-VN" sz="2800" dirty="0"/>
            </a:br>
            <a:br>
              <a:rPr lang="vi-VN" sz="2800" dirty="0"/>
            </a:br>
            <a:r>
              <a:rPr lang="vi-VN" sz="2800" b="0" i="0" dirty="0">
                <a:solidFill>
                  <a:srgbClr val="404040"/>
                </a:solidFill>
                <a:effectLst/>
                <a:latin typeface="+mj-lt"/>
              </a:rPr>
              <a:t>.</a:t>
            </a:r>
          </a:p>
        </p:txBody>
      </p:sp>
      <p:sp>
        <p:nvSpPr>
          <p:cNvPr id="2" name="Hình chữ nhật: Góc Tròn 1">
            <a:extLst>
              <a:ext uri="{FF2B5EF4-FFF2-40B4-BE49-F238E27FC236}">
                <a16:creationId xmlns:a16="http://schemas.microsoft.com/office/drawing/2014/main" id="{649D8997-DF37-0C96-6BD4-91A94B3AC784}"/>
              </a:ext>
            </a:extLst>
          </p:cNvPr>
          <p:cNvSpPr/>
          <p:nvPr/>
        </p:nvSpPr>
        <p:spPr>
          <a:xfrm>
            <a:off x="364448" y="1242070"/>
            <a:ext cx="2223541" cy="2912021"/>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lnSpc>
                <a:spcPts val="2143"/>
              </a:lnSpc>
              <a:spcBef>
                <a:spcPts val="300"/>
              </a:spcBef>
              <a:spcAft>
                <a:spcPts val="1029"/>
              </a:spcAft>
            </a:pPr>
            <a:r>
              <a:rPr lang="en-US" sz="2400" b="1" i="0" dirty="0" err="1">
                <a:solidFill>
                  <a:schemeClr val="bg1"/>
                </a:solidFill>
                <a:effectLst/>
                <a:latin typeface="DeepSeek-CJK-patch"/>
              </a:rPr>
              <a:t>Thiết</a:t>
            </a:r>
            <a:r>
              <a:rPr lang="en-US" sz="2400" b="1" i="0" dirty="0">
                <a:solidFill>
                  <a:schemeClr val="bg1"/>
                </a:solidFill>
                <a:effectLst/>
                <a:latin typeface="DeepSeek-CJK-patch"/>
              </a:rPr>
              <a:t> </a:t>
            </a:r>
            <a:r>
              <a:rPr lang="en-US" sz="2400" b="1" i="0" dirty="0" err="1">
                <a:solidFill>
                  <a:schemeClr val="bg1"/>
                </a:solidFill>
                <a:effectLst/>
                <a:latin typeface="DeepSeek-CJK-patch"/>
              </a:rPr>
              <a:t>kế</a:t>
            </a:r>
            <a:r>
              <a:rPr lang="en-US" sz="2400" b="1" i="0" dirty="0">
                <a:solidFill>
                  <a:schemeClr val="bg1"/>
                </a:solidFill>
                <a:effectLst/>
                <a:latin typeface="DeepSeek-CJK-patch"/>
              </a:rPr>
              <a:t> </a:t>
            </a:r>
            <a:r>
              <a:rPr lang="en-US" sz="2400" b="1" i="0" dirty="0" err="1">
                <a:solidFill>
                  <a:schemeClr val="bg1"/>
                </a:solidFill>
                <a:effectLst/>
                <a:latin typeface="DeepSeek-CJK-patch"/>
              </a:rPr>
              <a:t>phần</a:t>
            </a:r>
            <a:r>
              <a:rPr lang="en-US" sz="2400" b="1" i="0" dirty="0">
                <a:solidFill>
                  <a:schemeClr val="bg1"/>
                </a:solidFill>
                <a:effectLst/>
                <a:latin typeface="DeepSeek-CJK-patch"/>
              </a:rPr>
              <a:t> </a:t>
            </a:r>
            <a:r>
              <a:rPr lang="en-US" sz="2400" b="1" i="0" dirty="0" err="1">
                <a:solidFill>
                  <a:schemeClr val="bg1"/>
                </a:solidFill>
                <a:effectLst/>
                <a:latin typeface="DeepSeek-CJK-patch"/>
              </a:rPr>
              <a:t>cứng</a:t>
            </a:r>
            <a:r>
              <a:rPr lang="en-US" sz="2400" b="0" i="0" dirty="0">
                <a:solidFill>
                  <a:schemeClr val="bg1"/>
                </a:solidFill>
                <a:effectLst/>
                <a:latin typeface="DeepSeek-CJK-patch"/>
              </a:rPr>
              <a:t>: </a:t>
            </a:r>
            <a:r>
              <a:rPr lang="en-US" sz="2400" b="0" i="0" dirty="0" err="1">
                <a:solidFill>
                  <a:schemeClr val="bg1"/>
                </a:solidFill>
                <a:effectLst/>
                <a:latin typeface="DeepSeek-CJK-patch"/>
              </a:rPr>
              <a:t>Lựa</a:t>
            </a:r>
            <a:r>
              <a:rPr lang="en-US" sz="2400" b="0" i="0" dirty="0">
                <a:solidFill>
                  <a:schemeClr val="bg1"/>
                </a:solidFill>
                <a:effectLst/>
                <a:latin typeface="DeepSeek-CJK-patch"/>
              </a:rPr>
              <a:t> </a:t>
            </a:r>
            <a:r>
              <a:rPr lang="en-US" sz="2400" b="0" i="0" dirty="0" err="1">
                <a:solidFill>
                  <a:schemeClr val="bg1"/>
                </a:solidFill>
                <a:effectLst/>
                <a:latin typeface="DeepSeek-CJK-patch"/>
              </a:rPr>
              <a:t>chọn</a:t>
            </a:r>
            <a:r>
              <a:rPr lang="en-US" sz="2400" b="0" i="0" dirty="0">
                <a:solidFill>
                  <a:schemeClr val="bg1"/>
                </a:solidFill>
                <a:effectLst/>
                <a:latin typeface="DeepSeek-CJK-patch"/>
              </a:rPr>
              <a:t> </a:t>
            </a:r>
            <a:r>
              <a:rPr lang="en-US" sz="2400" b="0" i="0" dirty="0" err="1">
                <a:solidFill>
                  <a:schemeClr val="bg1"/>
                </a:solidFill>
                <a:effectLst/>
                <a:latin typeface="DeepSeek-CJK-patch"/>
              </a:rPr>
              <a:t>linh</a:t>
            </a:r>
            <a:r>
              <a:rPr lang="en-US" sz="2400" b="0" i="0" dirty="0">
                <a:solidFill>
                  <a:schemeClr val="bg1"/>
                </a:solidFill>
                <a:effectLst/>
                <a:latin typeface="DeepSeek-CJK-patch"/>
              </a:rPr>
              <a:t> </a:t>
            </a:r>
            <a:r>
              <a:rPr lang="en-US" sz="2400" b="0" i="0" dirty="0" err="1">
                <a:solidFill>
                  <a:schemeClr val="bg1"/>
                </a:solidFill>
                <a:effectLst/>
                <a:latin typeface="DeepSeek-CJK-patch"/>
              </a:rPr>
              <a:t>kiện</a:t>
            </a:r>
            <a:r>
              <a:rPr lang="en-US" sz="2400" b="0" i="0" dirty="0">
                <a:solidFill>
                  <a:schemeClr val="bg1"/>
                </a:solidFill>
                <a:effectLst/>
                <a:latin typeface="DeepSeek-CJK-patch"/>
              </a:rPr>
              <a:t> (Arduino Uno, </a:t>
            </a:r>
            <a:r>
              <a:rPr lang="en-US" sz="2400" b="0" i="0" dirty="0" err="1">
                <a:solidFill>
                  <a:schemeClr val="bg1"/>
                </a:solidFill>
                <a:effectLst/>
                <a:latin typeface="DeepSeek-CJK-patch"/>
              </a:rPr>
              <a:t>cảm</a:t>
            </a:r>
            <a:r>
              <a:rPr lang="en-US" sz="2400" b="0" i="0" dirty="0">
                <a:solidFill>
                  <a:schemeClr val="bg1"/>
                </a:solidFill>
                <a:effectLst/>
                <a:latin typeface="DeepSeek-CJK-patch"/>
              </a:rPr>
              <a:t> </a:t>
            </a:r>
            <a:r>
              <a:rPr lang="en-US" sz="2400" b="0" i="0" dirty="0" err="1">
                <a:solidFill>
                  <a:schemeClr val="bg1"/>
                </a:solidFill>
                <a:effectLst/>
                <a:latin typeface="DeepSeek-CJK-patch"/>
              </a:rPr>
              <a:t>biến</a:t>
            </a:r>
            <a:r>
              <a:rPr lang="en-US" sz="2400" b="0" i="0" dirty="0">
                <a:solidFill>
                  <a:schemeClr val="bg1"/>
                </a:solidFill>
                <a:effectLst/>
                <a:latin typeface="DeepSeek-CJK-patch"/>
              </a:rPr>
              <a:t> HC-SR04, NEO-6M) </a:t>
            </a:r>
            <a:r>
              <a:rPr lang="en-US" sz="2400" b="0" i="0" dirty="0" err="1">
                <a:solidFill>
                  <a:schemeClr val="bg1"/>
                </a:solidFill>
                <a:effectLst/>
                <a:latin typeface="DeepSeek-CJK-patch"/>
              </a:rPr>
              <a:t>và</a:t>
            </a:r>
            <a:r>
              <a:rPr lang="en-US" sz="2400" b="0" i="0" dirty="0">
                <a:solidFill>
                  <a:schemeClr val="bg1"/>
                </a:solidFill>
                <a:effectLst/>
                <a:latin typeface="DeepSeek-CJK-patch"/>
              </a:rPr>
              <a:t> </a:t>
            </a:r>
            <a:r>
              <a:rPr lang="en-US" sz="2400" b="0" i="0" dirty="0" err="1">
                <a:solidFill>
                  <a:schemeClr val="bg1"/>
                </a:solidFill>
                <a:effectLst/>
                <a:latin typeface="DeepSeek-CJK-patch"/>
              </a:rPr>
              <a:t>tích</a:t>
            </a:r>
            <a:r>
              <a:rPr lang="en-US" sz="2400" b="0" i="0" dirty="0">
                <a:solidFill>
                  <a:schemeClr val="bg1"/>
                </a:solidFill>
                <a:effectLst/>
                <a:latin typeface="DeepSeek-CJK-patch"/>
              </a:rPr>
              <a:t> </a:t>
            </a:r>
            <a:r>
              <a:rPr lang="en-US" sz="2400" b="0" i="0" dirty="0" err="1">
                <a:solidFill>
                  <a:schemeClr val="bg1"/>
                </a:solidFill>
                <a:effectLst/>
                <a:latin typeface="DeepSeek-CJK-patch"/>
              </a:rPr>
              <a:t>hợp</a:t>
            </a:r>
            <a:r>
              <a:rPr lang="en-US" sz="2400" b="0" i="0" dirty="0">
                <a:solidFill>
                  <a:schemeClr val="bg1"/>
                </a:solidFill>
                <a:effectLst/>
                <a:latin typeface="DeepSeek-CJK-patch"/>
              </a:rPr>
              <a:t> </a:t>
            </a:r>
            <a:r>
              <a:rPr lang="en-US" sz="2400" b="0" i="0" dirty="0" err="1">
                <a:solidFill>
                  <a:schemeClr val="bg1"/>
                </a:solidFill>
                <a:effectLst/>
                <a:latin typeface="DeepSeek-CJK-patch"/>
              </a:rPr>
              <a:t>mạch</a:t>
            </a:r>
            <a:r>
              <a:rPr lang="en-US" sz="2400" b="0" i="0" dirty="0">
                <a:solidFill>
                  <a:schemeClr val="bg1"/>
                </a:solidFill>
                <a:effectLst/>
                <a:latin typeface="DeepSeek-CJK-patch"/>
              </a:rPr>
              <a:t> </a:t>
            </a:r>
            <a:r>
              <a:rPr lang="en-US" sz="2400" b="0" i="0" dirty="0" err="1">
                <a:solidFill>
                  <a:schemeClr val="bg1"/>
                </a:solidFill>
                <a:effectLst/>
                <a:latin typeface="DeepSeek-CJK-patch"/>
              </a:rPr>
              <a:t>sạc</a:t>
            </a:r>
            <a:r>
              <a:rPr lang="en-US" sz="2400" b="0" i="0" dirty="0">
                <a:solidFill>
                  <a:schemeClr val="bg1"/>
                </a:solidFill>
                <a:effectLst/>
                <a:latin typeface="DeepSeek-CJK-patch"/>
              </a:rPr>
              <a:t> TP4056</a:t>
            </a:r>
            <a:r>
              <a:rPr lang="en-US" sz="2400" b="0" i="0" dirty="0">
                <a:solidFill>
                  <a:srgbClr val="404040"/>
                </a:solidFill>
                <a:effectLst/>
                <a:latin typeface="DeepSeek-CJK-patch"/>
              </a:rPr>
              <a:t>.</a:t>
            </a:r>
          </a:p>
        </p:txBody>
      </p:sp>
      <p:sp>
        <p:nvSpPr>
          <p:cNvPr id="5" name="Hình chữ nhật: Góc Tròn 4">
            <a:extLst>
              <a:ext uri="{FF2B5EF4-FFF2-40B4-BE49-F238E27FC236}">
                <a16:creationId xmlns:a16="http://schemas.microsoft.com/office/drawing/2014/main" id="{AACB7385-A8FF-348D-97A1-77D1E9EDEE31}"/>
              </a:ext>
            </a:extLst>
          </p:cNvPr>
          <p:cNvSpPr/>
          <p:nvPr/>
        </p:nvSpPr>
        <p:spPr>
          <a:xfrm>
            <a:off x="6785547" y="1195284"/>
            <a:ext cx="2014303" cy="2912021"/>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lnSpc>
                <a:spcPts val="2143"/>
              </a:lnSpc>
              <a:spcBef>
                <a:spcPts val="300"/>
              </a:spcBef>
              <a:spcAft>
                <a:spcPts val="1029"/>
              </a:spcAft>
            </a:pPr>
            <a:r>
              <a:rPr lang="vi-VN" sz="2400" b="1" i="0" dirty="0">
                <a:solidFill>
                  <a:schemeClr val="bg1"/>
                </a:solidFill>
                <a:effectLst/>
                <a:latin typeface="DeepSeek-CJK-patch"/>
              </a:rPr>
              <a:t>Thử nghiệm</a:t>
            </a:r>
            <a:r>
              <a:rPr lang="vi-VN" sz="2400" b="0" i="0" dirty="0">
                <a:solidFill>
                  <a:schemeClr val="bg1"/>
                </a:solidFill>
                <a:effectLst/>
                <a:latin typeface="DeepSeek-CJK-patch"/>
              </a:rPr>
              <a:t>: Kiểm tra độ trễ, độ chính xác GPS (&lt;3m), thời lượng pin (8–10 giờ).</a:t>
            </a:r>
          </a:p>
        </p:txBody>
      </p:sp>
      <p:sp>
        <p:nvSpPr>
          <p:cNvPr id="6" name="Hình chữ nhật: Góc Tròn 5">
            <a:extLst>
              <a:ext uri="{FF2B5EF4-FFF2-40B4-BE49-F238E27FC236}">
                <a16:creationId xmlns:a16="http://schemas.microsoft.com/office/drawing/2014/main" id="{6A4711F1-4940-B5C2-AE76-9F27DB81A1A0}"/>
              </a:ext>
            </a:extLst>
          </p:cNvPr>
          <p:cNvSpPr/>
          <p:nvPr/>
        </p:nvSpPr>
        <p:spPr>
          <a:xfrm>
            <a:off x="3730991" y="1195285"/>
            <a:ext cx="1911556" cy="2912020"/>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lnSpc>
                <a:spcPts val="2143"/>
              </a:lnSpc>
              <a:spcBef>
                <a:spcPts val="300"/>
              </a:spcBef>
              <a:spcAft>
                <a:spcPts val="1029"/>
              </a:spcAft>
            </a:pPr>
            <a:r>
              <a:rPr lang="en-US" sz="2400" b="1" i="0" dirty="0" err="1">
                <a:solidFill>
                  <a:schemeClr val="bg1"/>
                </a:solidFill>
                <a:effectLst/>
                <a:latin typeface="DeepSeek-CJK-patch"/>
              </a:rPr>
              <a:t>Lập</a:t>
            </a:r>
            <a:r>
              <a:rPr lang="en-US" sz="2400" b="1" i="0" dirty="0">
                <a:solidFill>
                  <a:schemeClr val="bg1"/>
                </a:solidFill>
                <a:effectLst/>
                <a:latin typeface="DeepSeek-CJK-patch"/>
              </a:rPr>
              <a:t> </a:t>
            </a:r>
            <a:r>
              <a:rPr lang="en-US" sz="2400" b="1" i="0" dirty="0" err="1">
                <a:solidFill>
                  <a:schemeClr val="bg1"/>
                </a:solidFill>
                <a:effectLst/>
                <a:latin typeface="DeepSeek-CJK-patch"/>
              </a:rPr>
              <a:t>trình</a:t>
            </a:r>
            <a:r>
              <a:rPr lang="en-US" sz="2400" b="0" i="0" dirty="0">
                <a:solidFill>
                  <a:schemeClr val="bg1"/>
                </a:solidFill>
                <a:effectLst/>
                <a:latin typeface="DeepSeek-CJK-patch"/>
              </a:rPr>
              <a:t>: </a:t>
            </a:r>
            <a:r>
              <a:rPr lang="en-US" sz="2400" b="0" i="0" dirty="0" err="1">
                <a:solidFill>
                  <a:schemeClr val="bg1"/>
                </a:solidFill>
                <a:effectLst/>
                <a:latin typeface="DeepSeek-CJK-patch"/>
              </a:rPr>
              <a:t>Xử</a:t>
            </a:r>
            <a:r>
              <a:rPr lang="en-US" sz="2400" b="0" i="0" dirty="0">
                <a:solidFill>
                  <a:schemeClr val="bg1"/>
                </a:solidFill>
                <a:effectLst/>
                <a:latin typeface="DeepSeek-CJK-patch"/>
              </a:rPr>
              <a:t> </a:t>
            </a:r>
            <a:r>
              <a:rPr lang="en-US" sz="2400" b="0" i="0" dirty="0" err="1">
                <a:solidFill>
                  <a:schemeClr val="bg1"/>
                </a:solidFill>
                <a:effectLst/>
                <a:latin typeface="DeepSeek-CJK-patch"/>
              </a:rPr>
              <a:t>lý</a:t>
            </a:r>
            <a:r>
              <a:rPr lang="en-US" sz="2400" b="0" i="0" dirty="0">
                <a:solidFill>
                  <a:schemeClr val="bg1"/>
                </a:solidFill>
                <a:effectLst/>
                <a:latin typeface="DeepSeek-CJK-patch"/>
              </a:rPr>
              <a:t> </a:t>
            </a:r>
            <a:r>
              <a:rPr lang="en-US" sz="2400" b="0" i="0" dirty="0" err="1">
                <a:solidFill>
                  <a:schemeClr val="bg1"/>
                </a:solidFill>
                <a:effectLst/>
                <a:latin typeface="DeepSeek-CJK-patch"/>
              </a:rPr>
              <a:t>tín</a:t>
            </a:r>
            <a:r>
              <a:rPr lang="en-US" sz="2400" b="0" i="0" dirty="0">
                <a:solidFill>
                  <a:schemeClr val="bg1"/>
                </a:solidFill>
                <a:effectLst/>
                <a:latin typeface="DeepSeek-CJK-patch"/>
              </a:rPr>
              <a:t> </a:t>
            </a:r>
            <a:r>
              <a:rPr lang="en-US" sz="2400" b="0" i="0" dirty="0" err="1">
                <a:solidFill>
                  <a:schemeClr val="bg1"/>
                </a:solidFill>
                <a:effectLst/>
                <a:latin typeface="DeepSeek-CJK-patch"/>
              </a:rPr>
              <a:t>hiệu</a:t>
            </a:r>
            <a:r>
              <a:rPr lang="en-US" sz="2400" b="0" i="0" dirty="0">
                <a:solidFill>
                  <a:schemeClr val="bg1"/>
                </a:solidFill>
                <a:effectLst/>
                <a:latin typeface="DeepSeek-CJK-patch"/>
              </a:rPr>
              <a:t> </a:t>
            </a:r>
            <a:r>
              <a:rPr lang="en-US" sz="2400" b="0" i="0" dirty="0" err="1">
                <a:solidFill>
                  <a:schemeClr val="bg1"/>
                </a:solidFill>
                <a:effectLst/>
                <a:latin typeface="DeepSeek-CJK-patch"/>
              </a:rPr>
              <a:t>cảm</a:t>
            </a:r>
            <a:r>
              <a:rPr lang="en-US" sz="2400" b="0" i="0" dirty="0">
                <a:solidFill>
                  <a:schemeClr val="bg1"/>
                </a:solidFill>
                <a:effectLst/>
                <a:latin typeface="DeepSeek-CJK-patch"/>
              </a:rPr>
              <a:t> </a:t>
            </a:r>
            <a:r>
              <a:rPr lang="en-US" sz="2400" b="0" i="0" dirty="0" err="1">
                <a:solidFill>
                  <a:schemeClr val="bg1"/>
                </a:solidFill>
                <a:effectLst/>
                <a:latin typeface="DeepSeek-CJK-patch"/>
              </a:rPr>
              <a:t>biến</a:t>
            </a:r>
            <a:r>
              <a:rPr lang="en-US" sz="2400" b="0" i="0" dirty="0">
                <a:solidFill>
                  <a:schemeClr val="bg1"/>
                </a:solidFill>
                <a:effectLst/>
                <a:latin typeface="DeepSeek-CJK-patch"/>
              </a:rPr>
              <a:t>, </a:t>
            </a:r>
            <a:r>
              <a:rPr lang="en-US" sz="2400" b="0" i="0" dirty="0" err="1">
                <a:solidFill>
                  <a:schemeClr val="bg1"/>
                </a:solidFill>
                <a:effectLst/>
                <a:latin typeface="DeepSeek-CJK-patch"/>
              </a:rPr>
              <a:t>tích</a:t>
            </a:r>
            <a:r>
              <a:rPr lang="en-US" sz="2400" b="0" i="0" dirty="0">
                <a:solidFill>
                  <a:schemeClr val="bg1"/>
                </a:solidFill>
                <a:effectLst/>
                <a:latin typeface="DeepSeek-CJK-patch"/>
              </a:rPr>
              <a:t> </a:t>
            </a:r>
            <a:r>
              <a:rPr lang="en-US" sz="2400" b="0" i="0" dirty="0" err="1">
                <a:solidFill>
                  <a:schemeClr val="bg1"/>
                </a:solidFill>
                <a:effectLst/>
                <a:latin typeface="DeepSeek-CJK-patch"/>
              </a:rPr>
              <a:t>hợp</a:t>
            </a:r>
            <a:r>
              <a:rPr lang="en-US" sz="2400" b="0" i="0" dirty="0">
                <a:solidFill>
                  <a:schemeClr val="bg1"/>
                </a:solidFill>
                <a:effectLst/>
                <a:latin typeface="DeepSeek-CJK-patch"/>
              </a:rPr>
              <a:t> Telegram Bot, </a:t>
            </a:r>
            <a:r>
              <a:rPr lang="en-US" sz="2400" b="0" i="0" dirty="0" err="1">
                <a:solidFill>
                  <a:schemeClr val="bg1"/>
                </a:solidFill>
                <a:effectLst/>
                <a:latin typeface="DeepSeek-CJK-patch"/>
              </a:rPr>
              <a:t>phát</a:t>
            </a:r>
            <a:r>
              <a:rPr lang="en-US" sz="2400" b="0" i="0" dirty="0">
                <a:solidFill>
                  <a:schemeClr val="bg1"/>
                </a:solidFill>
                <a:effectLst/>
                <a:latin typeface="DeepSeek-CJK-patch"/>
              </a:rPr>
              <a:t> </a:t>
            </a:r>
            <a:r>
              <a:rPr lang="en-US" sz="2400" b="0" i="0" dirty="0" err="1">
                <a:solidFill>
                  <a:schemeClr val="bg1"/>
                </a:solidFill>
                <a:effectLst/>
                <a:latin typeface="DeepSeek-CJK-patch"/>
              </a:rPr>
              <a:t>âm</a:t>
            </a:r>
            <a:r>
              <a:rPr lang="en-US" sz="2400" b="0" i="0" dirty="0">
                <a:solidFill>
                  <a:schemeClr val="bg1"/>
                </a:solidFill>
                <a:effectLst/>
                <a:latin typeface="DeepSeek-CJK-patch"/>
              </a:rPr>
              <a:t> </a:t>
            </a:r>
            <a:r>
              <a:rPr lang="en-US" sz="2400" b="0" i="0" dirty="0" err="1">
                <a:solidFill>
                  <a:schemeClr val="bg1"/>
                </a:solidFill>
                <a:effectLst/>
                <a:latin typeface="DeepSeek-CJK-patch"/>
              </a:rPr>
              <a:t>thanh</a:t>
            </a:r>
            <a:r>
              <a:rPr lang="en-US" sz="2400" b="0" i="0" dirty="0">
                <a:solidFill>
                  <a:schemeClr val="bg1"/>
                </a:solidFill>
                <a:effectLst/>
                <a:latin typeface="DeepSeek-CJK-patch"/>
              </a:rPr>
              <a:t> </a:t>
            </a:r>
            <a:r>
              <a:rPr lang="en-US" sz="2400" b="0" i="0" dirty="0" err="1">
                <a:solidFill>
                  <a:schemeClr val="bg1"/>
                </a:solidFill>
                <a:effectLst/>
                <a:latin typeface="DeepSeek-CJK-patch"/>
              </a:rPr>
              <a:t>cảnh</a:t>
            </a:r>
            <a:r>
              <a:rPr lang="en-US" sz="2400" b="0" i="0" dirty="0">
                <a:solidFill>
                  <a:schemeClr val="bg1"/>
                </a:solidFill>
                <a:effectLst/>
                <a:latin typeface="DeepSeek-CJK-patch"/>
              </a:rPr>
              <a:t> </a:t>
            </a:r>
            <a:r>
              <a:rPr lang="en-US" sz="2400" b="0" i="0" dirty="0" err="1">
                <a:solidFill>
                  <a:schemeClr val="bg1"/>
                </a:solidFill>
                <a:effectLst/>
                <a:latin typeface="DeepSeek-CJK-patch"/>
              </a:rPr>
              <a:t>báo</a:t>
            </a:r>
            <a:r>
              <a:rPr lang="en-US" sz="2400" b="0" i="0" dirty="0">
                <a:solidFill>
                  <a:schemeClr val="bg1"/>
                </a:solidFill>
                <a:effectLst/>
                <a:latin typeface="DeepSeek-CJK-patch"/>
              </a:rPr>
              <a:t>.</a:t>
            </a:r>
          </a:p>
        </p:txBody>
      </p:sp>
      <p:sp>
        <p:nvSpPr>
          <p:cNvPr id="9" name="Hình chữ nhật: Góc Tròn 8">
            <a:extLst>
              <a:ext uri="{FF2B5EF4-FFF2-40B4-BE49-F238E27FC236}">
                <a16:creationId xmlns:a16="http://schemas.microsoft.com/office/drawing/2014/main" id="{2B4C7CB6-C74C-21E5-7EA5-D957F0B55371}"/>
              </a:ext>
            </a:extLst>
          </p:cNvPr>
          <p:cNvSpPr/>
          <p:nvPr/>
        </p:nvSpPr>
        <p:spPr>
          <a:xfrm>
            <a:off x="9867900" y="1195284"/>
            <a:ext cx="2119234" cy="2912021"/>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lnSpc>
                <a:spcPts val="2143"/>
              </a:lnSpc>
              <a:spcBef>
                <a:spcPts val="300"/>
              </a:spcBef>
              <a:spcAft>
                <a:spcPts val="1029"/>
              </a:spcAft>
            </a:pPr>
            <a:r>
              <a:rPr lang="en-US" sz="2400" b="1" i="0" dirty="0">
                <a:solidFill>
                  <a:schemeClr val="bg1"/>
                </a:solidFill>
                <a:effectLst/>
                <a:latin typeface="DeepSeek-CJK-patch"/>
              </a:rPr>
              <a:t>Hoàn </a:t>
            </a:r>
            <a:r>
              <a:rPr lang="en-US" sz="2400" b="1" i="0" dirty="0" err="1">
                <a:solidFill>
                  <a:schemeClr val="bg1"/>
                </a:solidFill>
                <a:effectLst/>
                <a:latin typeface="DeepSeek-CJK-patch"/>
              </a:rPr>
              <a:t>thiện</a:t>
            </a:r>
            <a:r>
              <a:rPr lang="en-US" sz="2400" b="0" i="0" dirty="0">
                <a:solidFill>
                  <a:schemeClr val="bg1"/>
                </a:solidFill>
                <a:effectLst/>
                <a:latin typeface="DeepSeek-CJK-patch"/>
              </a:rPr>
              <a:t>: </a:t>
            </a:r>
            <a:r>
              <a:rPr lang="en-US" sz="2400" b="0" i="0" dirty="0" err="1">
                <a:solidFill>
                  <a:schemeClr val="bg1"/>
                </a:solidFill>
                <a:effectLst/>
                <a:latin typeface="DeepSeek-CJK-patch"/>
              </a:rPr>
              <a:t>Lắp</a:t>
            </a:r>
            <a:r>
              <a:rPr lang="en-US" sz="2400" b="0" i="0" dirty="0">
                <a:solidFill>
                  <a:schemeClr val="bg1"/>
                </a:solidFill>
                <a:effectLst/>
                <a:latin typeface="DeepSeek-CJK-patch"/>
              </a:rPr>
              <a:t> </a:t>
            </a:r>
            <a:r>
              <a:rPr lang="en-US" sz="2400" b="0" i="0" dirty="0" err="1">
                <a:solidFill>
                  <a:schemeClr val="bg1"/>
                </a:solidFill>
                <a:effectLst/>
                <a:latin typeface="DeepSeek-CJK-patch"/>
              </a:rPr>
              <a:t>ráp</a:t>
            </a:r>
            <a:r>
              <a:rPr lang="en-US" sz="2400" b="0" i="0" dirty="0">
                <a:solidFill>
                  <a:schemeClr val="bg1"/>
                </a:solidFill>
                <a:effectLst/>
                <a:latin typeface="DeepSeek-CJK-patch"/>
              </a:rPr>
              <a:t> </a:t>
            </a:r>
            <a:r>
              <a:rPr lang="en-US" sz="2400" b="0" i="0" dirty="0" err="1">
                <a:solidFill>
                  <a:schemeClr val="bg1"/>
                </a:solidFill>
                <a:effectLst/>
                <a:latin typeface="DeepSeek-CJK-patch"/>
              </a:rPr>
              <a:t>khung</a:t>
            </a:r>
            <a:r>
              <a:rPr lang="en-US" sz="2400" b="0" i="0" dirty="0">
                <a:solidFill>
                  <a:schemeClr val="bg1"/>
                </a:solidFill>
                <a:effectLst/>
                <a:latin typeface="DeepSeek-CJK-patch"/>
              </a:rPr>
              <a:t> </a:t>
            </a:r>
            <a:r>
              <a:rPr lang="en-US" sz="2400" b="0" i="0" dirty="0" err="1">
                <a:solidFill>
                  <a:schemeClr val="bg1"/>
                </a:solidFill>
                <a:effectLst/>
                <a:latin typeface="DeepSeek-CJK-patch"/>
              </a:rPr>
              <a:t>gậy</a:t>
            </a:r>
            <a:r>
              <a:rPr lang="en-US" sz="2400" b="0" i="0" dirty="0">
                <a:solidFill>
                  <a:schemeClr val="bg1"/>
                </a:solidFill>
                <a:effectLst/>
                <a:latin typeface="DeepSeek-CJK-patch"/>
              </a:rPr>
              <a:t> </a:t>
            </a:r>
            <a:r>
              <a:rPr lang="en-US" sz="2400" b="0" i="0" dirty="0" err="1">
                <a:solidFill>
                  <a:schemeClr val="bg1"/>
                </a:solidFill>
                <a:effectLst/>
                <a:latin typeface="DeepSeek-CJK-patch"/>
              </a:rPr>
              <a:t>bằng</a:t>
            </a:r>
            <a:r>
              <a:rPr lang="en-US" sz="2400" b="0" i="0" dirty="0">
                <a:solidFill>
                  <a:schemeClr val="bg1"/>
                </a:solidFill>
                <a:effectLst/>
                <a:latin typeface="DeepSeek-CJK-patch"/>
              </a:rPr>
              <a:t> </a:t>
            </a:r>
            <a:r>
              <a:rPr lang="en-US" sz="2400" b="0" i="0" dirty="0" err="1">
                <a:solidFill>
                  <a:schemeClr val="bg1"/>
                </a:solidFill>
                <a:effectLst/>
                <a:latin typeface="DeepSeek-CJK-patch"/>
              </a:rPr>
              <a:t>ống</a:t>
            </a:r>
            <a:r>
              <a:rPr lang="en-US" sz="2400" b="0" i="0" dirty="0">
                <a:solidFill>
                  <a:schemeClr val="bg1"/>
                </a:solidFill>
                <a:effectLst/>
                <a:latin typeface="DeepSeek-CJK-patch"/>
              </a:rPr>
              <a:t> PVC </a:t>
            </a:r>
            <a:r>
              <a:rPr lang="en-US" sz="2400" b="0" i="0" dirty="0" err="1">
                <a:solidFill>
                  <a:schemeClr val="bg1"/>
                </a:solidFill>
                <a:effectLst/>
                <a:latin typeface="DeepSeek-CJK-patch"/>
              </a:rPr>
              <a:t>và</a:t>
            </a:r>
            <a:r>
              <a:rPr lang="en-US" sz="2400" b="0" i="0" dirty="0">
                <a:solidFill>
                  <a:schemeClr val="bg1"/>
                </a:solidFill>
                <a:effectLst/>
                <a:latin typeface="DeepSeek-CJK-patch"/>
              </a:rPr>
              <a:t> </a:t>
            </a:r>
            <a:r>
              <a:rPr lang="en-US" sz="2400" b="0" i="0" dirty="0" err="1">
                <a:solidFill>
                  <a:schemeClr val="bg1"/>
                </a:solidFill>
                <a:effectLst/>
                <a:latin typeface="DeepSeek-CJK-patch"/>
              </a:rPr>
              <a:t>xốp</a:t>
            </a:r>
            <a:r>
              <a:rPr lang="en-US" sz="2400" b="0" i="0" dirty="0">
                <a:solidFill>
                  <a:schemeClr val="bg1"/>
                </a:solidFill>
                <a:effectLst/>
                <a:latin typeface="DeepSeek-CJK-patch"/>
              </a:rPr>
              <a:t> Foamex.</a:t>
            </a:r>
          </a:p>
        </p:txBody>
      </p:sp>
      <p:cxnSp>
        <p:nvCxnSpPr>
          <p:cNvPr id="14" name="Đường kết nối Mũi tên Thẳng 13">
            <a:extLst>
              <a:ext uri="{FF2B5EF4-FFF2-40B4-BE49-F238E27FC236}">
                <a16:creationId xmlns:a16="http://schemas.microsoft.com/office/drawing/2014/main" id="{7C92624B-D28B-CD7E-C160-550DB0F03944}"/>
              </a:ext>
            </a:extLst>
          </p:cNvPr>
          <p:cNvCxnSpPr/>
          <p:nvPr/>
        </p:nvCxnSpPr>
        <p:spPr>
          <a:xfrm>
            <a:off x="2668249" y="2953062"/>
            <a:ext cx="1062741" cy="0"/>
          </a:xfrm>
          <a:prstGeom prst="straightConnector1">
            <a:avLst/>
          </a:prstGeom>
          <a:ln>
            <a:solidFill>
              <a:srgbClr val="FF2D1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Đường kết nối Mũi tên Thẳng 14">
            <a:extLst>
              <a:ext uri="{FF2B5EF4-FFF2-40B4-BE49-F238E27FC236}">
                <a16:creationId xmlns:a16="http://schemas.microsoft.com/office/drawing/2014/main" id="{5EBC5DFE-6399-CA07-70C6-93BCDB580532}"/>
              </a:ext>
            </a:extLst>
          </p:cNvPr>
          <p:cNvCxnSpPr/>
          <p:nvPr/>
        </p:nvCxnSpPr>
        <p:spPr>
          <a:xfrm>
            <a:off x="5722806" y="2910590"/>
            <a:ext cx="1062741" cy="0"/>
          </a:xfrm>
          <a:prstGeom prst="straightConnector1">
            <a:avLst/>
          </a:prstGeom>
          <a:ln>
            <a:solidFill>
              <a:srgbClr val="FF2D1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Đường kết nối Mũi tên Thẳng 15">
            <a:extLst>
              <a:ext uri="{FF2B5EF4-FFF2-40B4-BE49-F238E27FC236}">
                <a16:creationId xmlns:a16="http://schemas.microsoft.com/office/drawing/2014/main" id="{0FEDE78A-049F-5B0A-7118-9D7BF8223C46}"/>
              </a:ext>
            </a:extLst>
          </p:cNvPr>
          <p:cNvCxnSpPr/>
          <p:nvPr/>
        </p:nvCxnSpPr>
        <p:spPr>
          <a:xfrm>
            <a:off x="8799850" y="2868118"/>
            <a:ext cx="1062741" cy="0"/>
          </a:xfrm>
          <a:prstGeom prst="straightConnector1">
            <a:avLst/>
          </a:prstGeom>
          <a:ln>
            <a:solidFill>
              <a:srgbClr val="FF2D1D"/>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8642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9A947-6D32-30FD-330E-A7E99DAF1AA2}"/>
            </a:ext>
          </a:extLst>
        </p:cNvPr>
        <p:cNvGrpSpPr/>
        <p:nvPr/>
      </p:nvGrpSpPr>
      <p:grpSpPr>
        <a:xfrm>
          <a:off x="0" y="0"/>
          <a:ext cx="0" cy="0"/>
          <a:chOff x="0" y="0"/>
          <a:chExt cx="0" cy="0"/>
        </a:xfrm>
      </p:grpSpPr>
      <p:sp>
        <p:nvSpPr>
          <p:cNvPr id="4" name="Hình chữ nhật 3">
            <a:extLst>
              <a:ext uri="{FF2B5EF4-FFF2-40B4-BE49-F238E27FC236}">
                <a16:creationId xmlns:a16="http://schemas.microsoft.com/office/drawing/2014/main" id="{D4EC6FEF-A817-6DC8-81CA-A65C05BF8820}"/>
              </a:ext>
            </a:extLst>
          </p:cNvPr>
          <p:cNvSpPr/>
          <p:nvPr/>
        </p:nvSpPr>
        <p:spPr>
          <a:xfrm>
            <a:off x="204865" y="850692"/>
            <a:ext cx="11782267" cy="4305924"/>
          </a:xfrm>
          <a:prstGeom prst="rect">
            <a:avLst/>
          </a:prstGeom>
          <a:ln>
            <a:solidFill>
              <a:srgbClr val="FF2D1D"/>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Hình chữ nhật 11">
            <a:extLst>
              <a:ext uri="{FF2B5EF4-FFF2-40B4-BE49-F238E27FC236}">
                <a16:creationId xmlns:a16="http://schemas.microsoft.com/office/drawing/2014/main" id="{30BFD32E-EB03-8659-108B-319911C43E77}"/>
              </a:ext>
            </a:extLst>
          </p:cNvPr>
          <p:cNvSpPr/>
          <p:nvPr/>
        </p:nvSpPr>
        <p:spPr>
          <a:xfrm>
            <a:off x="0" y="-17921"/>
            <a:ext cx="12192000" cy="701040"/>
          </a:xfrm>
          <a:prstGeom prst="rect">
            <a:avLst/>
          </a:prstGeom>
          <a:solidFill>
            <a:srgbClr val="F44A2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NGUYÊN LÍ HOẠT ĐỘNG</a:t>
            </a:r>
          </a:p>
        </p:txBody>
      </p:sp>
      <p:sp>
        <p:nvSpPr>
          <p:cNvPr id="3" name="Hộp Văn bản 2">
            <a:extLst>
              <a:ext uri="{FF2B5EF4-FFF2-40B4-BE49-F238E27FC236}">
                <a16:creationId xmlns:a16="http://schemas.microsoft.com/office/drawing/2014/main" id="{97430511-FC75-07AA-5E5C-FF688410F52A}"/>
              </a:ext>
            </a:extLst>
          </p:cNvPr>
          <p:cNvSpPr txBox="1"/>
          <p:nvPr/>
        </p:nvSpPr>
        <p:spPr>
          <a:xfrm>
            <a:off x="204866" y="1242070"/>
            <a:ext cx="11782268" cy="3633559"/>
          </a:xfrm>
          <a:prstGeom prst="rect">
            <a:avLst/>
          </a:prstGeom>
          <a:noFill/>
        </p:spPr>
        <p:txBody>
          <a:bodyPr wrap="square">
            <a:spAutoFit/>
          </a:bodyPr>
          <a:lstStyle/>
          <a:p>
            <a:pPr algn="l">
              <a:lnSpc>
                <a:spcPts val="2143"/>
              </a:lnSpc>
              <a:spcBef>
                <a:spcPts val="1029"/>
              </a:spcBef>
              <a:spcAft>
                <a:spcPts val="1029"/>
              </a:spcAft>
              <a:buFont typeface="Arial" panose="020B0604020202020204" pitchFamily="34" charset="0"/>
              <a:buChar char="•"/>
            </a:pPr>
            <a:r>
              <a:rPr lang="vi-VN" sz="2800" b="1" i="0" dirty="0">
                <a:solidFill>
                  <a:srgbClr val="404040"/>
                </a:solidFill>
                <a:effectLst/>
                <a:latin typeface="+mj-lt"/>
              </a:rPr>
              <a:t>Cảm biến siêu âm</a:t>
            </a:r>
            <a:r>
              <a:rPr lang="vi-VN" sz="2800" b="0" i="0" dirty="0">
                <a:solidFill>
                  <a:srgbClr val="404040"/>
                </a:solidFill>
                <a:effectLst/>
                <a:latin typeface="+mj-lt"/>
              </a:rPr>
              <a:t>: Phát hiện vật cản phía trước (0–100 </a:t>
            </a:r>
            <a:r>
              <a:rPr lang="vi-VN" sz="2800" b="0" i="0" dirty="0" err="1">
                <a:solidFill>
                  <a:srgbClr val="404040"/>
                </a:solidFill>
                <a:effectLst/>
                <a:latin typeface="+mj-lt"/>
              </a:rPr>
              <a:t>cm</a:t>
            </a:r>
            <a:r>
              <a:rPr lang="vi-VN" sz="2800" b="0" i="0" dirty="0">
                <a:solidFill>
                  <a:srgbClr val="404040"/>
                </a:solidFill>
                <a:effectLst/>
                <a:latin typeface="+mj-lt"/>
              </a:rPr>
              <a:t>) và hố sâu (&gt;30 </a:t>
            </a:r>
            <a:r>
              <a:rPr lang="vi-VN" sz="2800" b="0" i="0" dirty="0" err="1">
                <a:solidFill>
                  <a:srgbClr val="404040"/>
                </a:solidFill>
                <a:effectLst/>
                <a:latin typeface="+mj-lt"/>
              </a:rPr>
              <a:t>cm</a:t>
            </a:r>
            <a:r>
              <a:rPr lang="vi-VN" sz="2800" b="0" i="0" dirty="0">
                <a:solidFill>
                  <a:srgbClr val="404040"/>
                </a:solidFill>
                <a:effectLst/>
                <a:latin typeface="+mj-lt"/>
              </a:rPr>
              <a:t>).</a:t>
            </a:r>
            <a:endParaRPr lang="en-US" sz="2800" b="0" i="0" dirty="0">
              <a:solidFill>
                <a:srgbClr val="404040"/>
              </a:solidFill>
              <a:effectLst/>
              <a:latin typeface="+mj-lt"/>
            </a:endParaRPr>
          </a:p>
          <a:p>
            <a:pPr algn="l">
              <a:lnSpc>
                <a:spcPts val="2143"/>
              </a:lnSpc>
              <a:spcBef>
                <a:spcPts val="1029"/>
              </a:spcBef>
              <a:spcAft>
                <a:spcPts val="1029"/>
              </a:spcAft>
            </a:pPr>
            <a:endParaRPr lang="vi-VN" sz="2800" b="0" i="0" dirty="0">
              <a:solidFill>
                <a:srgbClr val="404040"/>
              </a:solidFill>
              <a:effectLst/>
              <a:latin typeface="+mj-lt"/>
            </a:endParaRPr>
          </a:p>
          <a:p>
            <a:pPr algn="l">
              <a:lnSpc>
                <a:spcPts val="2143"/>
              </a:lnSpc>
              <a:spcBef>
                <a:spcPts val="300"/>
              </a:spcBef>
              <a:spcAft>
                <a:spcPts val="1029"/>
              </a:spcAft>
              <a:buFont typeface="Arial" panose="020B0604020202020204" pitchFamily="34" charset="0"/>
              <a:buChar char="•"/>
            </a:pPr>
            <a:r>
              <a:rPr lang="vi-VN" sz="2800" b="1" i="0" dirty="0">
                <a:solidFill>
                  <a:srgbClr val="404040"/>
                </a:solidFill>
                <a:effectLst/>
                <a:latin typeface="+mj-lt"/>
              </a:rPr>
              <a:t>Cảm biến mưa</a:t>
            </a:r>
            <a:r>
              <a:rPr lang="vi-VN" sz="2800" b="0" i="0" dirty="0">
                <a:solidFill>
                  <a:srgbClr val="404040"/>
                </a:solidFill>
                <a:effectLst/>
                <a:latin typeface="+mj-lt"/>
              </a:rPr>
              <a:t>: Nhận diện nước trên bề mặt, cảnh báo trơn trượt.</a:t>
            </a:r>
            <a:endParaRPr lang="en-US" sz="2800" b="0" i="0" dirty="0">
              <a:solidFill>
                <a:srgbClr val="404040"/>
              </a:solidFill>
              <a:effectLst/>
              <a:latin typeface="+mj-lt"/>
            </a:endParaRPr>
          </a:p>
          <a:p>
            <a:pPr algn="l">
              <a:lnSpc>
                <a:spcPts val="2143"/>
              </a:lnSpc>
              <a:spcBef>
                <a:spcPts val="300"/>
              </a:spcBef>
              <a:spcAft>
                <a:spcPts val="1029"/>
              </a:spcAft>
              <a:buFont typeface="Arial" panose="020B0604020202020204" pitchFamily="34" charset="0"/>
              <a:buChar char="•"/>
            </a:pPr>
            <a:endParaRPr lang="vi-VN" sz="2800" b="0" i="0" dirty="0">
              <a:solidFill>
                <a:srgbClr val="404040"/>
              </a:solidFill>
              <a:effectLst/>
              <a:latin typeface="+mj-lt"/>
            </a:endParaRPr>
          </a:p>
          <a:p>
            <a:pPr algn="l">
              <a:lnSpc>
                <a:spcPts val="2143"/>
              </a:lnSpc>
              <a:spcBef>
                <a:spcPts val="300"/>
              </a:spcBef>
              <a:spcAft>
                <a:spcPts val="1029"/>
              </a:spcAft>
              <a:buFont typeface="Arial" panose="020B0604020202020204" pitchFamily="34" charset="0"/>
              <a:buChar char="•"/>
            </a:pPr>
            <a:r>
              <a:rPr lang="vi-VN" sz="2800" b="1" i="0" dirty="0">
                <a:solidFill>
                  <a:srgbClr val="404040"/>
                </a:solidFill>
                <a:effectLst/>
                <a:latin typeface="+mj-lt"/>
              </a:rPr>
              <a:t>GPS hai chiều</a:t>
            </a:r>
            <a:r>
              <a:rPr lang="vi-VN" sz="2800" b="0" i="0" dirty="0">
                <a:solidFill>
                  <a:srgbClr val="404040"/>
                </a:solidFill>
                <a:effectLst/>
                <a:latin typeface="+mj-lt"/>
              </a:rPr>
              <a:t>: Gửi/nhận vị trí qua </a:t>
            </a:r>
            <a:r>
              <a:rPr lang="vi-VN" sz="2800" b="0" i="0" dirty="0" err="1">
                <a:solidFill>
                  <a:srgbClr val="404040"/>
                </a:solidFill>
                <a:effectLst/>
                <a:latin typeface="+mj-lt"/>
              </a:rPr>
              <a:t>Telegram</a:t>
            </a:r>
            <a:r>
              <a:rPr lang="vi-VN" sz="2800" b="0" i="0" dirty="0">
                <a:solidFill>
                  <a:srgbClr val="404040"/>
                </a:solidFill>
                <a:effectLst/>
                <a:latin typeface="+mj-lt"/>
              </a:rPr>
              <a:t> khi người dùng hoặc người thân yêu cầu.</a:t>
            </a:r>
            <a:endParaRPr lang="en-US" sz="2800" b="0" i="0" dirty="0">
              <a:solidFill>
                <a:srgbClr val="404040"/>
              </a:solidFill>
              <a:effectLst/>
              <a:latin typeface="+mj-lt"/>
            </a:endParaRPr>
          </a:p>
          <a:p>
            <a:pPr algn="l">
              <a:lnSpc>
                <a:spcPts val="2143"/>
              </a:lnSpc>
              <a:spcBef>
                <a:spcPts val="300"/>
              </a:spcBef>
              <a:spcAft>
                <a:spcPts val="1029"/>
              </a:spcAft>
              <a:buFont typeface="Arial" panose="020B0604020202020204" pitchFamily="34" charset="0"/>
              <a:buChar char="•"/>
            </a:pPr>
            <a:endParaRPr lang="vi-VN" sz="2800" b="0" i="0" dirty="0">
              <a:solidFill>
                <a:srgbClr val="404040"/>
              </a:solidFill>
              <a:effectLst/>
              <a:latin typeface="+mj-lt"/>
            </a:endParaRPr>
          </a:p>
          <a:p>
            <a:pPr algn="l">
              <a:lnSpc>
                <a:spcPts val="2143"/>
              </a:lnSpc>
              <a:spcBef>
                <a:spcPts val="300"/>
              </a:spcBef>
              <a:spcAft>
                <a:spcPts val="1029"/>
              </a:spcAft>
              <a:buFont typeface="Arial" panose="020B0604020202020204" pitchFamily="34" charset="0"/>
              <a:buChar char="•"/>
            </a:pPr>
            <a:r>
              <a:rPr lang="vi-VN" sz="2800" b="1" i="0" dirty="0">
                <a:solidFill>
                  <a:srgbClr val="404040"/>
                </a:solidFill>
                <a:effectLst/>
                <a:latin typeface="+mj-lt"/>
              </a:rPr>
              <a:t>Hệ thống âm thanh</a:t>
            </a:r>
            <a:r>
              <a:rPr lang="vi-VN" sz="2800" b="0" i="0" dirty="0">
                <a:solidFill>
                  <a:srgbClr val="404040"/>
                </a:solidFill>
                <a:effectLst/>
                <a:latin typeface="+mj-lt"/>
              </a:rPr>
              <a:t>: Phát cảnh báo qua </a:t>
            </a:r>
            <a:r>
              <a:rPr lang="en-US" sz="2800" dirty="0" err="1">
                <a:solidFill>
                  <a:srgbClr val="404040"/>
                </a:solidFill>
                <a:latin typeface="+mj-lt"/>
              </a:rPr>
              <a:t>loa,tai</a:t>
            </a:r>
            <a:r>
              <a:rPr lang="en-US" sz="2800" dirty="0">
                <a:solidFill>
                  <a:srgbClr val="404040"/>
                </a:solidFill>
                <a:latin typeface="+mj-lt"/>
              </a:rPr>
              <a:t> </a:t>
            </a:r>
            <a:r>
              <a:rPr lang="en-US" sz="2800" dirty="0" err="1">
                <a:solidFill>
                  <a:srgbClr val="404040"/>
                </a:solidFill>
                <a:latin typeface="+mj-lt"/>
              </a:rPr>
              <a:t>nghe</a:t>
            </a:r>
            <a:r>
              <a:rPr lang="en-US" sz="2800" dirty="0">
                <a:solidFill>
                  <a:srgbClr val="404040"/>
                </a:solidFill>
                <a:latin typeface="+mj-lt"/>
              </a:rPr>
              <a:t> </a:t>
            </a:r>
            <a:r>
              <a:rPr lang="en-US" sz="2800" dirty="0" err="1">
                <a:solidFill>
                  <a:srgbClr val="404040"/>
                </a:solidFill>
                <a:latin typeface="+mj-lt"/>
              </a:rPr>
              <a:t>hoặc</a:t>
            </a:r>
            <a:r>
              <a:rPr lang="en-US" sz="2800" dirty="0">
                <a:solidFill>
                  <a:srgbClr val="404040"/>
                </a:solidFill>
                <a:latin typeface="+mj-lt"/>
              </a:rPr>
              <a:t> rung</a:t>
            </a:r>
            <a:r>
              <a:rPr lang="vi-VN" sz="2800" b="0" i="0" dirty="0">
                <a:solidFill>
                  <a:srgbClr val="404040"/>
                </a:solidFill>
                <a:effectLst/>
                <a:latin typeface="+mj-lt"/>
              </a:rPr>
              <a:t>, tùy môi trường.</a:t>
            </a:r>
          </a:p>
        </p:txBody>
      </p:sp>
    </p:spTree>
    <p:extLst>
      <p:ext uri="{BB962C8B-B14F-4D97-AF65-F5344CB8AC3E}">
        <p14:creationId xmlns:p14="http://schemas.microsoft.com/office/powerpoint/2010/main" val="1499922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3EE0A-31A5-5493-70A4-60F567DCEAFF}"/>
            </a:ext>
          </a:extLst>
        </p:cNvPr>
        <p:cNvGrpSpPr/>
        <p:nvPr/>
      </p:nvGrpSpPr>
      <p:grpSpPr>
        <a:xfrm>
          <a:off x="0" y="0"/>
          <a:ext cx="0" cy="0"/>
          <a:chOff x="0" y="0"/>
          <a:chExt cx="0" cy="0"/>
        </a:xfrm>
      </p:grpSpPr>
      <p:sp>
        <p:nvSpPr>
          <p:cNvPr id="42" name="Hình chữ nhật 41">
            <a:extLst>
              <a:ext uri="{FF2B5EF4-FFF2-40B4-BE49-F238E27FC236}">
                <a16:creationId xmlns:a16="http://schemas.microsoft.com/office/drawing/2014/main" id="{AA5A8037-183A-328C-ED6B-0E3217E04E6F}"/>
              </a:ext>
            </a:extLst>
          </p:cNvPr>
          <p:cNvSpPr/>
          <p:nvPr/>
        </p:nvSpPr>
        <p:spPr>
          <a:xfrm>
            <a:off x="204865" y="850692"/>
            <a:ext cx="11783935" cy="5666222"/>
          </a:xfrm>
          <a:prstGeom prst="rect">
            <a:avLst/>
          </a:prstGeom>
          <a:ln>
            <a:solidFill>
              <a:srgbClr val="FF2D1D"/>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Hình chữ nhật: Góc Tròn 5">
            <a:extLst>
              <a:ext uri="{FF2B5EF4-FFF2-40B4-BE49-F238E27FC236}">
                <a16:creationId xmlns:a16="http://schemas.microsoft.com/office/drawing/2014/main" id="{1243D41B-60C8-3906-B46C-5CEF213CE46B}"/>
              </a:ext>
            </a:extLst>
          </p:cNvPr>
          <p:cNvSpPr/>
          <p:nvPr/>
        </p:nvSpPr>
        <p:spPr>
          <a:xfrm>
            <a:off x="510986" y="2498469"/>
            <a:ext cx="2070847" cy="104887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404040"/>
                </a:solidFill>
                <a:latin typeface="+mj-lt"/>
              </a:rPr>
              <a:t>Cảm</a:t>
            </a:r>
            <a:r>
              <a:rPr lang="en-US" dirty="0">
                <a:solidFill>
                  <a:srgbClr val="404040"/>
                </a:solidFill>
                <a:latin typeface="+mj-lt"/>
              </a:rPr>
              <a:t> </a:t>
            </a:r>
            <a:r>
              <a:rPr lang="en-US" dirty="0" err="1">
                <a:solidFill>
                  <a:srgbClr val="404040"/>
                </a:solidFill>
                <a:latin typeface="+mj-lt"/>
              </a:rPr>
              <a:t>biến</a:t>
            </a:r>
            <a:r>
              <a:rPr lang="en-US" dirty="0">
                <a:solidFill>
                  <a:srgbClr val="404040"/>
                </a:solidFill>
                <a:latin typeface="+mj-lt"/>
              </a:rPr>
              <a:t> </a:t>
            </a:r>
            <a:r>
              <a:rPr lang="en-US" dirty="0" err="1">
                <a:solidFill>
                  <a:srgbClr val="404040"/>
                </a:solidFill>
                <a:latin typeface="+mj-lt"/>
              </a:rPr>
              <a:t>mưa</a:t>
            </a:r>
            <a:r>
              <a:rPr lang="en-US" dirty="0">
                <a:solidFill>
                  <a:srgbClr val="404040"/>
                </a:solidFill>
                <a:latin typeface="+mj-lt"/>
              </a:rPr>
              <a:t> </a:t>
            </a:r>
            <a:r>
              <a:rPr lang="en-US" dirty="0" err="1">
                <a:solidFill>
                  <a:srgbClr val="404040"/>
                </a:solidFill>
                <a:latin typeface="+mj-lt"/>
              </a:rPr>
              <a:t>phát</a:t>
            </a:r>
            <a:r>
              <a:rPr lang="en-US" dirty="0">
                <a:solidFill>
                  <a:srgbClr val="404040"/>
                </a:solidFill>
                <a:latin typeface="+mj-lt"/>
              </a:rPr>
              <a:t> </a:t>
            </a:r>
            <a:r>
              <a:rPr lang="en-US" dirty="0" err="1">
                <a:solidFill>
                  <a:srgbClr val="404040"/>
                </a:solidFill>
                <a:latin typeface="+mj-lt"/>
              </a:rPr>
              <a:t>hiện</a:t>
            </a:r>
            <a:r>
              <a:rPr lang="en-US" dirty="0">
                <a:solidFill>
                  <a:srgbClr val="404040"/>
                </a:solidFill>
                <a:latin typeface="+mj-lt"/>
              </a:rPr>
              <a:t> </a:t>
            </a:r>
            <a:r>
              <a:rPr lang="en-US" dirty="0" err="1">
                <a:solidFill>
                  <a:srgbClr val="404040"/>
                </a:solidFill>
                <a:latin typeface="+mj-lt"/>
              </a:rPr>
              <a:t>nước</a:t>
            </a:r>
            <a:endParaRPr lang="en-US" dirty="0"/>
          </a:p>
        </p:txBody>
      </p:sp>
      <p:sp>
        <p:nvSpPr>
          <p:cNvPr id="2" name="Hình chữ nhật: Góc Tròn 1">
            <a:extLst>
              <a:ext uri="{FF2B5EF4-FFF2-40B4-BE49-F238E27FC236}">
                <a16:creationId xmlns:a16="http://schemas.microsoft.com/office/drawing/2014/main" id="{A08DA59C-E0E7-24C4-A047-877A69F16D4A}"/>
              </a:ext>
            </a:extLst>
          </p:cNvPr>
          <p:cNvSpPr/>
          <p:nvPr/>
        </p:nvSpPr>
        <p:spPr>
          <a:xfrm>
            <a:off x="510988" y="995082"/>
            <a:ext cx="2070847" cy="104887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Hình chữ nhật 11">
            <a:extLst>
              <a:ext uri="{FF2B5EF4-FFF2-40B4-BE49-F238E27FC236}">
                <a16:creationId xmlns:a16="http://schemas.microsoft.com/office/drawing/2014/main" id="{72E675A7-7EB6-2F60-5B19-79A34FF6366F}"/>
              </a:ext>
            </a:extLst>
          </p:cNvPr>
          <p:cNvSpPr/>
          <p:nvPr/>
        </p:nvSpPr>
        <p:spPr>
          <a:xfrm>
            <a:off x="0" y="-17921"/>
            <a:ext cx="12192000" cy="701040"/>
          </a:xfrm>
          <a:prstGeom prst="rect">
            <a:avLst/>
          </a:prstGeom>
          <a:solidFill>
            <a:srgbClr val="F44A2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NGUYÊN LÍ HOẠT ĐỘNG</a:t>
            </a:r>
          </a:p>
        </p:txBody>
      </p:sp>
      <p:sp>
        <p:nvSpPr>
          <p:cNvPr id="5" name="Hình chữ nhật: Góc Tròn 4">
            <a:extLst>
              <a:ext uri="{FF2B5EF4-FFF2-40B4-BE49-F238E27FC236}">
                <a16:creationId xmlns:a16="http://schemas.microsoft.com/office/drawing/2014/main" id="{3079D8A4-5608-A5DD-CD42-16BE7F1B4342}"/>
              </a:ext>
            </a:extLst>
          </p:cNvPr>
          <p:cNvSpPr/>
          <p:nvPr/>
        </p:nvSpPr>
        <p:spPr>
          <a:xfrm>
            <a:off x="4029634" y="1802343"/>
            <a:ext cx="2070847" cy="1048871"/>
          </a:xfrm>
          <a:prstGeom prst="roundRect">
            <a:avLst/>
          </a:prstGeom>
          <a:solidFill>
            <a:srgbClr val="F44A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Arduino </a:t>
            </a:r>
            <a:r>
              <a:rPr lang="en-US" dirty="0" err="1"/>
              <a:t>nhận</a:t>
            </a:r>
            <a:r>
              <a:rPr lang="en-US" dirty="0"/>
              <a:t> </a:t>
            </a:r>
            <a:r>
              <a:rPr lang="en-US" dirty="0" err="1"/>
              <a:t>tín</a:t>
            </a:r>
            <a:r>
              <a:rPr lang="en-US" dirty="0"/>
              <a:t> </a:t>
            </a:r>
            <a:r>
              <a:rPr lang="en-US" dirty="0" err="1"/>
              <a:t>hiện</a:t>
            </a:r>
            <a:r>
              <a:rPr lang="en-US" dirty="0"/>
              <a:t> </a:t>
            </a:r>
            <a:r>
              <a:rPr lang="en-US" dirty="0" err="1"/>
              <a:t>và</a:t>
            </a:r>
            <a:r>
              <a:rPr lang="en-US" dirty="0"/>
              <a:t> </a:t>
            </a:r>
            <a:r>
              <a:rPr lang="en-US" dirty="0" err="1"/>
              <a:t>phát</a:t>
            </a:r>
            <a:r>
              <a:rPr lang="en-US" dirty="0"/>
              <a:t> </a:t>
            </a:r>
            <a:r>
              <a:rPr lang="en-US" dirty="0" err="1"/>
              <a:t>cảnh</a:t>
            </a:r>
            <a:r>
              <a:rPr lang="en-US" dirty="0"/>
              <a:t> </a:t>
            </a:r>
            <a:r>
              <a:rPr lang="en-US" dirty="0" err="1"/>
              <a:t>báo</a:t>
            </a:r>
            <a:endParaRPr lang="en-US" dirty="0"/>
          </a:p>
        </p:txBody>
      </p:sp>
      <p:sp>
        <p:nvSpPr>
          <p:cNvPr id="8" name="Hình chữ nhật: Góc Tròn 7">
            <a:extLst>
              <a:ext uri="{FF2B5EF4-FFF2-40B4-BE49-F238E27FC236}">
                <a16:creationId xmlns:a16="http://schemas.microsoft.com/office/drawing/2014/main" id="{6B3FE9C4-B5EC-DF15-0FAD-11CCDE0D25C3}"/>
              </a:ext>
            </a:extLst>
          </p:cNvPr>
          <p:cNvSpPr/>
          <p:nvPr/>
        </p:nvSpPr>
        <p:spPr>
          <a:xfrm>
            <a:off x="7548280" y="1820732"/>
            <a:ext cx="2070847" cy="104887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404040"/>
                </a:solidFill>
                <a:latin typeface="+mj-lt"/>
              </a:rPr>
              <a:t>Dflayer</a:t>
            </a:r>
            <a:endParaRPr lang="en-US" dirty="0">
              <a:solidFill>
                <a:srgbClr val="404040"/>
              </a:solidFill>
              <a:latin typeface="+mj-lt"/>
            </a:endParaRPr>
          </a:p>
          <a:p>
            <a:pPr algn="ctr"/>
            <a:r>
              <a:rPr lang="en-US" dirty="0" err="1">
                <a:solidFill>
                  <a:srgbClr val="404040"/>
                </a:solidFill>
                <a:latin typeface="+mj-lt"/>
              </a:rPr>
              <a:t>Phát</a:t>
            </a:r>
            <a:r>
              <a:rPr lang="en-US" dirty="0">
                <a:solidFill>
                  <a:srgbClr val="404040"/>
                </a:solidFill>
                <a:latin typeface="+mj-lt"/>
              </a:rPr>
              <a:t> </a:t>
            </a:r>
            <a:r>
              <a:rPr lang="en-US" dirty="0" err="1">
                <a:solidFill>
                  <a:srgbClr val="404040"/>
                </a:solidFill>
                <a:latin typeface="+mj-lt"/>
              </a:rPr>
              <a:t>âm</a:t>
            </a:r>
            <a:r>
              <a:rPr lang="en-US" dirty="0">
                <a:solidFill>
                  <a:srgbClr val="404040"/>
                </a:solidFill>
                <a:latin typeface="+mj-lt"/>
              </a:rPr>
              <a:t> </a:t>
            </a:r>
            <a:r>
              <a:rPr lang="en-US" dirty="0" err="1">
                <a:solidFill>
                  <a:srgbClr val="404040"/>
                </a:solidFill>
                <a:latin typeface="+mj-lt"/>
              </a:rPr>
              <a:t>thanh</a:t>
            </a:r>
            <a:r>
              <a:rPr lang="en-US" dirty="0">
                <a:solidFill>
                  <a:srgbClr val="404040"/>
                </a:solidFill>
                <a:latin typeface="+mj-lt"/>
              </a:rPr>
              <a:t> </a:t>
            </a:r>
            <a:r>
              <a:rPr lang="en-US" dirty="0" err="1">
                <a:solidFill>
                  <a:srgbClr val="404040"/>
                </a:solidFill>
                <a:latin typeface="+mj-lt"/>
              </a:rPr>
              <a:t>cảnh</a:t>
            </a:r>
            <a:r>
              <a:rPr lang="en-US" dirty="0">
                <a:solidFill>
                  <a:srgbClr val="404040"/>
                </a:solidFill>
                <a:latin typeface="+mj-lt"/>
              </a:rPr>
              <a:t> </a:t>
            </a:r>
            <a:r>
              <a:rPr lang="en-US" dirty="0" err="1">
                <a:solidFill>
                  <a:srgbClr val="404040"/>
                </a:solidFill>
                <a:latin typeface="+mj-lt"/>
              </a:rPr>
              <a:t>báo</a:t>
            </a:r>
            <a:r>
              <a:rPr lang="en-US" dirty="0">
                <a:solidFill>
                  <a:srgbClr val="404040"/>
                </a:solidFill>
                <a:latin typeface="+mj-lt"/>
              </a:rPr>
              <a:t> </a:t>
            </a:r>
            <a:r>
              <a:rPr lang="en-US" dirty="0" err="1">
                <a:solidFill>
                  <a:srgbClr val="404040"/>
                </a:solidFill>
                <a:latin typeface="+mj-lt"/>
              </a:rPr>
              <a:t>và</a:t>
            </a:r>
            <a:r>
              <a:rPr lang="en-US" dirty="0">
                <a:solidFill>
                  <a:srgbClr val="404040"/>
                </a:solidFill>
                <a:latin typeface="+mj-lt"/>
              </a:rPr>
              <a:t> rung</a:t>
            </a:r>
            <a:endParaRPr lang="en-US" dirty="0"/>
          </a:p>
        </p:txBody>
      </p:sp>
      <p:sp>
        <p:nvSpPr>
          <p:cNvPr id="9" name="Hình chữ nhật: Góc Tròn 8">
            <a:extLst>
              <a:ext uri="{FF2B5EF4-FFF2-40B4-BE49-F238E27FC236}">
                <a16:creationId xmlns:a16="http://schemas.microsoft.com/office/drawing/2014/main" id="{E54121EA-3867-B24F-C456-84BDC8547403}"/>
              </a:ext>
            </a:extLst>
          </p:cNvPr>
          <p:cNvSpPr/>
          <p:nvPr/>
        </p:nvSpPr>
        <p:spPr>
          <a:xfrm>
            <a:off x="510986" y="4484592"/>
            <a:ext cx="2070847" cy="104887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404040"/>
                </a:solidFill>
                <a:latin typeface="+mj-lt"/>
              </a:rPr>
              <a:t>Gps</a:t>
            </a:r>
            <a:r>
              <a:rPr lang="en-US" dirty="0">
                <a:solidFill>
                  <a:srgbClr val="404040"/>
                </a:solidFill>
                <a:latin typeface="+mj-lt"/>
              </a:rPr>
              <a:t> neo 6m</a:t>
            </a:r>
          </a:p>
          <a:p>
            <a:pPr algn="ctr"/>
            <a:r>
              <a:rPr lang="en-US" dirty="0" err="1">
                <a:solidFill>
                  <a:srgbClr val="404040"/>
                </a:solidFill>
                <a:latin typeface="+mj-lt"/>
              </a:rPr>
              <a:t>Nhận</a:t>
            </a:r>
            <a:r>
              <a:rPr lang="en-US" dirty="0">
                <a:solidFill>
                  <a:srgbClr val="404040"/>
                </a:solidFill>
                <a:latin typeface="+mj-lt"/>
              </a:rPr>
              <a:t> </a:t>
            </a:r>
            <a:r>
              <a:rPr lang="en-US" dirty="0" err="1">
                <a:solidFill>
                  <a:srgbClr val="404040"/>
                </a:solidFill>
                <a:latin typeface="+mj-lt"/>
              </a:rPr>
              <a:t>gps</a:t>
            </a:r>
            <a:r>
              <a:rPr lang="en-US" dirty="0">
                <a:solidFill>
                  <a:srgbClr val="404040"/>
                </a:solidFill>
                <a:latin typeface="+mj-lt"/>
              </a:rPr>
              <a:t> </a:t>
            </a:r>
            <a:r>
              <a:rPr lang="en-US" dirty="0" err="1">
                <a:solidFill>
                  <a:srgbClr val="404040"/>
                </a:solidFill>
                <a:latin typeface="+mj-lt"/>
              </a:rPr>
              <a:t>từ</a:t>
            </a:r>
            <a:r>
              <a:rPr lang="en-US" dirty="0">
                <a:solidFill>
                  <a:srgbClr val="404040"/>
                </a:solidFill>
                <a:latin typeface="+mj-lt"/>
              </a:rPr>
              <a:t> </a:t>
            </a:r>
            <a:r>
              <a:rPr lang="en-US" dirty="0" err="1">
                <a:solidFill>
                  <a:srgbClr val="404040"/>
                </a:solidFill>
                <a:latin typeface="+mj-lt"/>
              </a:rPr>
              <a:t>vệ</a:t>
            </a:r>
            <a:r>
              <a:rPr lang="en-US" dirty="0">
                <a:solidFill>
                  <a:srgbClr val="404040"/>
                </a:solidFill>
                <a:latin typeface="+mj-lt"/>
              </a:rPr>
              <a:t> </a:t>
            </a:r>
            <a:r>
              <a:rPr lang="en-US" dirty="0" err="1">
                <a:solidFill>
                  <a:srgbClr val="404040"/>
                </a:solidFill>
                <a:latin typeface="+mj-lt"/>
              </a:rPr>
              <a:t>tinh</a:t>
            </a:r>
            <a:endParaRPr lang="en-US" dirty="0"/>
          </a:p>
        </p:txBody>
      </p:sp>
      <p:sp>
        <p:nvSpPr>
          <p:cNvPr id="10" name="Hình chữ nhật: Góc Tròn 9">
            <a:extLst>
              <a:ext uri="{FF2B5EF4-FFF2-40B4-BE49-F238E27FC236}">
                <a16:creationId xmlns:a16="http://schemas.microsoft.com/office/drawing/2014/main" id="{99405A7C-1187-17C3-DF83-7BE7DBCA7DB0}"/>
              </a:ext>
            </a:extLst>
          </p:cNvPr>
          <p:cNvSpPr/>
          <p:nvPr/>
        </p:nvSpPr>
        <p:spPr>
          <a:xfrm>
            <a:off x="4020671" y="4433972"/>
            <a:ext cx="2070847" cy="1048871"/>
          </a:xfrm>
          <a:prstGeom prst="roundRect">
            <a:avLst/>
          </a:prstGeom>
          <a:solidFill>
            <a:srgbClr val="F44A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j-lt"/>
              </a:rPr>
              <a:t>Esp8266 </a:t>
            </a:r>
            <a:r>
              <a:rPr lang="en-US" dirty="0" err="1">
                <a:solidFill>
                  <a:schemeClr val="bg1"/>
                </a:solidFill>
                <a:latin typeface="+mj-lt"/>
              </a:rPr>
              <a:t>nhận</a:t>
            </a:r>
            <a:r>
              <a:rPr lang="en-US" dirty="0">
                <a:solidFill>
                  <a:schemeClr val="bg1"/>
                </a:solidFill>
                <a:latin typeface="+mj-lt"/>
              </a:rPr>
              <a:t> </a:t>
            </a:r>
            <a:r>
              <a:rPr lang="en-US" dirty="0" err="1">
                <a:solidFill>
                  <a:schemeClr val="bg1"/>
                </a:solidFill>
                <a:latin typeface="+mj-lt"/>
              </a:rPr>
              <a:t>tín</a:t>
            </a:r>
            <a:r>
              <a:rPr lang="en-US" dirty="0">
                <a:solidFill>
                  <a:schemeClr val="bg1"/>
                </a:solidFill>
                <a:latin typeface="+mj-lt"/>
              </a:rPr>
              <a:t> </a:t>
            </a:r>
            <a:r>
              <a:rPr lang="en-US" dirty="0" err="1">
                <a:solidFill>
                  <a:schemeClr val="bg1"/>
                </a:solidFill>
                <a:latin typeface="+mj-lt"/>
              </a:rPr>
              <a:t>hiệu</a:t>
            </a:r>
            <a:r>
              <a:rPr lang="en-US" dirty="0">
                <a:solidFill>
                  <a:schemeClr val="bg1"/>
                </a:solidFill>
                <a:latin typeface="+mj-lt"/>
              </a:rPr>
              <a:t>  </a:t>
            </a:r>
            <a:r>
              <a:rPr lang="en-US" dirty="0" err="1">
                <a:solidFill>
                  <a:schemeClr val="bg1"/>
                </a:solidFill>
                <a:latin typeface="+mj-lt"/>
              </a:rPr>
              <a:t>và</a:t>
            </a:r>
            <a:r>
              <a:rPr lang="en-US" dirty="0">
                <a:solidFill>
                  <a:schemeClr val="bg1"/>
                </a:solidFill>
                <a:latin typeface="+mj-lt"/>
              </a:rPr>
              <a:t> </a:t>
            </a:r>
            <a:r>
              <a:rPr lang="en-US" dirty="0" err="1">
                <a:solidFill>
                  <a:schemeClr val="bg1"/>
                </a:solidFill>
                <a:latin typeface="+mj-lt"/>
              </a:rPr>
              <a:t>gửi</a:t>
            </a:r>
            <a:r>
              <a:rPr lang="en-US" dirty="0">
                <a:solidFill>
                  <a:schemeClr val="bg1"/>
                </a:solidFill>
                <a:latin typeface="+mj-lt"/>
              </a:rPr>
              <a:t> </a:t>
            </a:r>
            <a:r>
              <a:rPr lang="en-US" dirty="0" err="1">
                <a:solidFill>
                  <a:schemeClr val="bg1"/>
                </a:solidFill>
                <a:latin typeface="+mj-lt"/>
              </a:rPr>
              <a:t>vị</a:t>
            </a:r>
            <a:r>
              <a:rPr lang="en-US" dirty="0">
                <a:solidFill>
                  <a:schemeClr val="bg1"/>
                </a:solidFill>
                <a:latin typeface="+mj-lt"/>
              </a:rPr>
              <a:t> </a:t>
            </a:r>
            <a:r>
              <a:rPr lang="en-US" dirty="0" err="1">
                <a:solidFill>
                  <a:schemeClr val="bg1"/>
                </a:solidFill>
                <a:latin typeface="+mj-lt"/>
              </a:rPr>
              <a:t>trí</a:t>
            </a:r>
            <a:r>
              <a:rPr lang="en-US" dirty="0">
                <a:solidFill>
                  <a:schemeClr val="bg1"/>
                </a:solidFill>
                <a:latin typeface="+mj-lt"/>
              </a:rPr>
              <a:t> qua telegram</a:t>
            </a:r>
            <a:endParaRPr lang="en-US" dirty="0">
              <a:solidFill>
                <a:schemeClr val="bg1"/>
              </a:solidFill>
            </a:endParaRPr>
          </a:p>
        </p:txBody>
      </p:sp>
      <p:cxnSp>
        <p:nvCxnSpPr>
          <p:cNvPr id="13" name="Đường kết nối: Mũi tên Gấp khúc 12">
            <a:extLst>
              <a:ext uri="{FF2B5EF4-FFF2-40B4-BE49-F238E27FC236}">
                <a16:creationId xmlns:a16="http://schemas.microsoft.com/office/drawing/2014/main" id="{77397F51-0C62-865E-00D6-9361BC5FEFB0}"/>
              </a:ext>
            </a:extLst>
          </p:cNvPr>
          <p:cNvCxnSpPr>
            <a:cxnSpLocks/>
          </p:cNvCxnSpPr>
          <p:nvPr/>
        </p:nvCxnSpPr>
        <p:spPr>
          <a:xfrm>
            <a:off x="2577351" y="1324537"/>
            <a:ext cx="1452283" cy="1020631"/>
          </a:xfrm>
          <a:prstGeom prst="bentConnector3">
            <a:avLst/>
          </a:prstGeom>
          <a:ln>
            <a:solidFill>
              <a:srgbClr val="FF2D1D"/>
            </a:solidFill>
            <a:tailEnd type="triangle"/>
          </a:ln>
        </p:spPr>
        <p:style>
          <a:lnRef idx="2">
            <a:schemeClr val="accent1"/>
          </a:lnRef>
          <a:fillRef idx="0">
            <a:schemeClr val="accent1"/>
          </a:fillRef>
          <a:effectRef idx="1">
            <a:schemeClr val="accent1"/>
          </a:effectRef>
          <a:fontRef idx="minor">
            <a:schemeClr val="tx1"/>
          </a:fontRef>
        </p:style>
      </p:cxnSp>
      <p:cxnSp>
        <p:nvCxnSpPr>
          <p:cNvPr id="21" name="Đường kết nối Mũi tên Thẳng 20">
            <a:extLst>
              <a:ext uri="{FF2B5EF4-FFF2-40B4-BE49-F238E27FC236}">
                <a16:creationId xmlns:a16="http://schemas.microsoft.com/office/drawing/2014/main" id="{DAD22115-9F2A-22FC-2046-B8FD3D7BE1C3}"/>
              </a:ext>
            </a:extLst>
          </p:cNvPr>
          <p:cNvCxnSpPr>
            <a:cxnSpLocks/>
            <a:stCxn id="9" idx="3"/>
          </p:cNvCxnSpPr>
          <p:nvPr/>
        </p:nvCxnSpPr>
        <p:spPr>
          <a:xfrm>
            <a:off x="2581833" y="5009028"/>
            <a:ext cx="1337024" cy="0"/>
          </a:xfrm>
          <a:prstGeom prst="straightConnector1">
            <a:avLst/>
          </a:prstGeom>
          <a:ln>
            <a:solidFill>
              <a:srgbClr val="FF2D1D"/>
            </a:solidFill>
            <a:tailEnd type="triangle"/>
          </a:ln>
        </p:spPr>
        <p:style>
          <a:lnRef idx="2">
            <a:schemeClr val="accent1"/>
          </a:lnRef>
          <a:fillRef idx="0">
            <a:schemeClr val="accent1"/>
          </a:fillRef>
          <a:effectRef idx="1">
            <a:schemeClr val="accent1"/>
          </a:effectRef>
          <a:fontRef idx="minor">
            <a:schemeClr val="tx1"/>
          </a:fontRef>
        </p:style>
      </p:cxnSp>
      <p:sp>
        <p:nvSpPr>
          <p:cNvPr id="23" name="Hộp Văn bản 22">
            <a:extLst>
              <a:ext uri="{FF2B5EF4-FFF2-40B4-BE49-F238E27FC236}">
                <a16:creationId xmlns:a16="http://schemas.microsoft.com/office/drawing/2014/main" id="{86AD29D6-E63A-9ED9-B473-262C8B996C71}"/>
              </a:ext>
            </a:extLst>
          </p:cNvPr>
          <p:cNvSpPr txBox="1"/>
          <p:nvPr/>
        </p:nvSpPr>
        <p:spPr>
          <a:xfrm>
            <a:off x="510986" y="1156012"/>
            <a:ext cx="6217770" cy="646331"/>
          </a:xfrm>
          <a:prstGeom prst="rect">
            <a:avLst/>
          </a:prstGeom>
          <a:noFill/>
        </p:spPr>
        <p:txBody>
          <a:bodyPr wrap="square">
            <a:spAutoFit/>
          </a:bodyPr>
          <a:lstStyle/>
          <a:p>
            <a:r>
              <a:rPr lang="vi-VN" sz="1800" b="0" i="0" dirty="0">
                <a:solidFill>
                  <a:srgbClr val="404040"/>
                </a:solidFill>
                <a:effectLst/>
                <a:latin typeface="+mj-lt"/>
              </a:rPr>
              <a:t> </a:t>
            </a:r>
            <a:r>
              <a:rPr lang="en-US" sz="1800" b="0" i="0" dirty="0" err="1">
                <a:solidFill>
                  <a:srgbClr val="404040"/>
                </a:solidFill>
                <a:effectLst/>
                <a:latin typeface="+mj-lt"/>
              </a:rPr>
              <a:t>hc</a:t>
            </a:r>
            <a:r>
              <a:rPr lang="en-US" sz="1800" b="0" i="0" dirty="0">
                <a:solidFill>
                  <a:srgbClr val="404040"/>
                </a:solidFill>
                <a:effectLst/>
                <a:latin typeface="+mj-lt"/>
              </a:rPr>
              <a:t> sr04 </a:t>
            </a:r>
            <a:r>
              <a:rPr lang="en-US" sz="1800" b="0" i="0" dirty="0" err="1">
                <a:solidFill>
                  <a:srgbClr val="404040"/>
                </a:solidFill>
                <a:effectLst/>
                <a:latin typeface="+mj-lt"/>
              </a:rPr>
              <a:t>đo</a:t>
            </a:r>
            <a:r>
              <a:rPr lang="en-US" sz="1800" b="0" i="0" dirty="0">
                <a:solidFill>
                  <a:srgbClr val="404040"/>
                </a:solidFill>
                <a:effectLst/>
                <a:latin typeface="+mj-lt"/>
              </a:rPr>
              <a:t> </a:t>
            </a:r>
            <a:r>
              <a:rPr lang="en-US" sz="1800" b="0" i="0" dirty="0" err="1">
                <a:solidFill>
                  <a:srgbClr val="404040"/>
                </a:solidFill>
                <a:effectLst/>
                <a:latin typeface="+mj-lt"/>
              </a:rPr>
              <a:t>khoảng</a:t>
            </a:r>
            <a:r>
              <a:rPr lang="en-US" sz="1800" b="0" i="0" dirty="0">
                <a:solidFill>
                  <a:srgbClr val="404040"/>
                </a:solidFill>
                <a:effectLst/>
                <a:latin typeface="+mj-lt"/>
              </a:rPr>
              <a:t> </a:t>
            </a:r>
          </a:p>
          <a:p>
            <a:r>
              <a:rPr lang="en-US" dirty="0">
                <a:solidFill>
                  <a:srgbClr val="404040"/>
                </a:solidFill>
                <a:latin typeface="+mj-lt"/>
              </a:rPr>
              <a:t>          </a:t>
            </a:r>
            <a:r>
              <a:rPr lang="en-US" dirty="0" err="1">
                <a:solidFill>
                  <a:srgbClr val="404040"/>
                </a:solidFill>
                <a:latin typeface="+mj-lt"/>
              </a:rPr>
              <a:t>cách</a:t>
            </a:r>
            <a:endParaRPr lang="en-US" dirty="0"/>
          </a:p>
        </p:txBody>
      </p:sp>
      <p:cxnSp>
        <p:nvCxnSpPr>
          <p:cNvPr id="25" name="Đường kết nối: Mũi tên Gấp khúc 24">
            <a:extLst>
              <a:ext uri="{FF2B5EF4-FFF2-40B4-BE49-F238E27FC236}">
                <a16:creationId xmlns:a16="http://schemas.microsoft.com/office/drawing/2014/main" id="{E0B79FA8-04D7-EE8E-136C-5E028582EE35}"/>
              </a:ext>
            </a:extLst>
          </p:cNvPr>
          <p:cNvCxnSpPr>
            <a:cxnSpLocks/>
          </p:cNvCxnSpPr>
          <p:nvPr/>
        </p:nvCxnSpPr>
        <p:spPr>
          <a:xfrm flipV="1">
            <a:off x="2579592" y="2416442"/>
            <a:ext cx="1441079" cy="1012558"/>
          </a:xfrm>
          <a:prstGeom prst="bentConnector3">
            <a:avLst/>
          </a:prstGeom>
          <a:ln>
            <a:solidFill>
              <a:srgbClr val="F44A28"/>
            </a:solidFill>
            <a:tailEnd type="triangle"/>
          </a:ln>
        </p:spPr>
        <p:style>
          <a:lnRef idx="2">
            <a:schemeClr val="accent1"/>
          </a:lnRef>
          <a:fillRef idx="0">
            <a:schemeClr val="accent1"/>
          </a:fillRef>
          <a:effectRef idx="1">
            <a:schemeClr val="accent1"/>
          </a:effectRef>
          <a:fontRef idx="minor">
            <a:schemeClr val="tx1"/>
          </a:fontRef>
        </p:style>
      </p:cxnSp>
      <p:cxnSp>
        <p:nvCxnSpPr>
          <p:cNvPr id="29" name="Đường kết nối Mũi tên Thẳng 28">
            <a:extLst>
              <a:ext uri="{FF2B5EF4-FFF2-40B4-BE49-F238E27FC236}">
                <a16:creationId xmlns:a16="http://schemas.microsoft.com/office/drawing/2014/main" id="{8056468C-A7B2-2431-86C6-704878B9CA6C}"/>
              </a:ext>
            </a:extLst>
          </p:cNvPr>
          <p:cNvCxnSpPr>
            <a:stCxn id="5" idx="3"/>
          </p:cNvCxnSpPr>
          <p:nvPr/>
        </p:nvCxnSpPr>
        <p:spPr>
          <a:xfrm flipV="1">
            <a:off x="6100481" y="2326778"/>
            <a:ext cx="1252819" cy="1"/>
          </a:xfrm>
          <a:prstGeom prst="straightConnector1">
            <a:avLst/>
          </a:prstGeom>
          <a:ln>
            <a:solidFill>
              <a:srgbClr val="FF2D1D"/>
            </a:solidFill>
            <a:tailEnd type="triangle"/>
          </a:ln>
        </p:spPr>
        <p:style>
          <a:lnRef idx="2">
            <a:schemeClr val="accent1"/>
          </a:lnRef>
          <a:fillRef idx="0">
            <a:schemeClr val="accent1"/>
          </a:fillRef>
          <a:effectRef idx="1">
            <a:schemeClr val="accent1"/>
          </a:effectRef>
          <a:fontRef idx="minor">
            <a:schemeClr val="tx1"/>
          </a:fontRef>
        </p:style>
      </p:cxnSp>
      <p:sp>
        <p:nvSpPr>
          <p:cNvPr id="32" name="Hình chữ nhật: Góc Tròn 31">
            <a:extLst>
              <a:ext uri="{FF2B5EF4-FFF2-40B4-BE49-F238E27FC236}">
                <a16:creationId xmlns:a16="http://schemas.microsoft.com/office/drawing/2014/main" id="{045D598E-2453-8898-5AE4-866EAB03F5C6}"/>
              </a:ext>
            </a:extLst>
          </p:cNvPr>
          <p:cNvSpPr/>
          <p:nvPr/>
        </p:nvSpPr>
        <p:spPr>
          <a:xfrm>
            <a:off x="6965464" y="4433972"/>
            <a:ext cx="1409280" cy="100162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404040"/>
                </a:solidFill>
                <a:latin typeface="+mj-lt"/>
              </a:rPr>
              <a:t>internet</a:t>
            </a:r>
            <a:endParaRPr lang="en-US" dirty="0"/>
          </a:p>
        </p:txBody>
      </p:sp>
      <p:cxnSp>
        <p:nvCxnSpPr>
          <p:cNvPr id="33" name="Đường kết nối Mũi tên Thẳng 32">
            <a:extLst>
              <a:ext uri="{FF2B5EF4-FFF2-40B4-BE49-F238E27FC236}">
                <a16:creationId xmlns:a16="http://schemas.microsoft.com/office/drawing/2014/main" id="{9C2E7610-7FC8-5293-2826-A52C56668D19}"/>
              </a:ext>
            </a:extLst>
          </p:cNvPr>
          <p:cNvCxnSpPr>
            <a:cxnSpLocks/>
          </p:cNvCxnSpPr>
          <p:nvPr/>
        </p:nvCxnSpPr>
        <p:spPr>
          <a:xfrm>
            <a:off x="6091518" y="5025140"/>
            <a:ext cx="759225" cy="0"/>
          </a:xfrm>
          <a:prstGeom prst="straightConnector1">
            <a:avLst/>
          </a:prstGeom>
          <a:ln>
            <a:solidFill>
              <a:srgbClr val="FF2D1D"/>
            </a:solidFill>
            <a:tailEnd type="triangle"/>
          </a:ln>
        </p:spPr>
        <p:style>
          <a:lnRef idx="2">
            <a:schemeClr val="accent1"/>
          </a:lnRef>
          <a:fillRef idx="0">
            <a:schemeClr val="accent1"/>
          </a:fillRef>
          <a:effectRef idx="1">
            <a:schemeClr val="accent1"/>
          </a:effectRef>
          <a:fontRef idx="minor">
            <a:schemeClr val="tx1"/>
          </a:fontRef>
        </p:style>
      </p:cxnSp>
      <p:cxnSp>
        <p:nvCxnSpPr>
          <p:cNvPr id="37" name="Đường kết nối Mũi tên Thẳng 36">
            <a:extLst>
              <a:ext uri="{FF2B5EF4-FFF2-40B4-BE49-F238E27FC236}">
                <a16:creationId xmlns:a16="http://schemas.microsoft.com/office/drawing/2014/main" id="{710DD532-6BC4-9327-9D94-6B42BFA34683}"/>
              </a:ext>
            </a:extLst>
          </p:cNvPr>
          <p:cNvCxnSpPr>
            <a:cxnSpLocks/>
          </p:cNvCxnSpPr>
          <p:nvPr/>
        </p:nvCxnSpPr>
        <p:spPr>
          <a:xfrm>
            <a:off x="8510171" y="4944627"/>
            <a:ext cx="720915" cy="0"/>
          </a:xfrm>
          <a:prstGeom prst="straightConnector1">
            <a:avLst/>
          </a:prstGeom>
          <a:ln>
            <a:solidFill>
              <a:srgbClr val="FF2D1D"/>
            </a:solidFill>
            <a:tailEnd type="triangle"/>
          </a:ln>
        </p:spPr>
        <p:style>
          <a:lnRef idx="2">
            <a:schemeClr val="accent1"/>
          </a:lnRef>
          <a:fillRef idx="0">
            <a:schemeClr val="accent1"/>
          </a:fillRef>
          <a:effectRef idx="1">
            <a:schemeClr val="accent1"/>
          </a:effectRef>
          <a:fontRef idx="minor">
            <a:schemeClr val="tx1"/>
          </a:fontRef>
        </p:style>
      </p:cxnSp>
      <p:sp>
        <p:nvSpPr>
          <p:cNvPr id="40" name="Hình chữ nhật: Góc Tròn 39">
            <a:extLst>
              <a:ext uri="{FF2B5EF4-FFF2-40B4-BE49-F238E27FC236}">
                <a16:creationId xmlns:a16="http://schemas.microsoft.com/office/drawing/2014/main" id="{018EA23E-DE1B-2CF3-C6E5-B06D4A4E8B6F}"/>
              </a:ext>
            </a:extLst>
          </p:cNvPr>
          <p:cNvSpPr/>
          <p:nvPr/>
        </p:nvSpPr>
        <p:spPr>
          <a:xfrm>
            <a:off x="9366513" y="4433965"/>
            <a:ext cx="1739315" cy="10016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404040"/>
                </a:solidFill>
                <a:latin typeface="+mj-lt"/>
              </a:rPr>
              <a:t>Người </a:t>
            </a:r>
            <a:r>
              <a:rPr lang="en-US" dirty="0" err="1">
                <a:solidFill>
                  <a:srgbClr val="404040"/>
                </a:solidFill>
                <a:latin typeface="+mj-lt"/>
              </a:rPr>
              <a:t>cần</a:t>
            </a:r>
            <a:r>
              <a:rPr lang="en-US" dirty="0">
                <a:solidFill>
                  <a:srgbClr val="404040"/>
                </a:solidFill>
                <a:latin typeface="+mj-lt"/>
              </a:rPr>
              <a:t> </a:t>
            </a:r>
            <a:r>
              <a:rPr lang="en-US" dirty="0" err="1">
                <a:solidFill>
                  <a:srgbClr val="404040"/>
                </a:solidFill>
                <a:latin typeface="+mj-lt"/>
              </a:rPr>
              <a:t>nhận</a:t>
            </a:r>
            <a:endParaRPr lang="en-US" dirty="0">
              <a:solidFill>
                <a:srgbClr val="404040"/>
              </a:solidFill>
              <a:latin typeface="+mj-lt"/>
            </a:endParaRPr>
          </a:p>
          <a:p>
            <a:pPr algn="ctr"/>
            <a:r>
              <a:rPr lang="en-US" dirty="0" err="1">
                <a:solidFill>
                  <a:srgbClr val="404040"/>
                </a:solidFill>
                <a:latin typeface="+mj-lt"/>
              </a:rPr>
              <a:t>Gps</a:t>
            </a:r>
            <a:r>
              <a:rPr lang="en-US" dirty="0">
                <a:solidFill>
                  <a:srgbClr val="404040"/>
                </a:solidFill>
                <a:latin typeface="+mj-lt"/>
              </a:rPr>
              <a:t> 2 </a:t>
            </a:r>
            <a:r>
              <a:rPr lang="en-US" dirty="0" err="1">
                <a:solidFill>
                  <a:srgbClr val="404040"/>
                </a:solidFill>
                <a:latin typeface="+mj-lt"/>
              </a:rPr>
              <a:t>chiều</a:t>
            </a:r>
            <a:r>
              <a:rPr lang="en-US" dirty="0">
                <a:solidFill>
                  <a:srgbClr val="404040"/>
                </a:solidFill>
                <a:latin typeface="+mj-lt"/>
              </a:rPr>
              <a:t> qua telegram</a:t>
            </a:r>
            <a:endParaRPr lang="en-US" dirty="0"/>
          </a:p>
        </p:txBody>
      </p:sp>
      <p:cxnSp>
        <p:nvCxnSpPr>
          <p:cNvPr id="4" name="Đường kết nối Mũi tên Thẳng 3">
            <a:extLst>
              <a:ext uri="{FF2B5EF4-FFF2-40B4-BE49-F238E27FC236}">
                <a16:creationId xmlns:a16="http://schemas.microsoft.com/office/drawing/2014/main" id="{3FAD8849-B237-F462-C62B-2A50DAEBF98B}"/>
              </a:ext>
            </a:extLst>
          </p:cNvPr>
          <p:cNvCxnSpPr/>
          <p:nvPr/>
        </p:nvCxnSpPr>
        <p:spPr>
          <a:xfrm flipH="1">
            <a:off x="8510171" y="5196468"/>
            <a:ext cx="720915" cy="0"/>
          </a:xfrm>
          <a:prstGeom prst="straightConnector1">
            <a:avLst/>
          </a:prstGeom>
          <a:ln>
            <a:solidFill>
              <a:srgbClr val="FF2D1D"/>
            </a:solidFill>
            <a:tailEnd type="triangle"/>
          </a:ln>
        </p:spPr>
        <p:style>
          <a:lnRef idx="2">
            <a:schemeClr val="accent1"/>
          </a:lnRef>
          <a:fillRef idx="0">
            <a:schemeClr val="accent1"/>
          </a:fillRef>
          <a:effectRef idx="1">
            <a:schemeClr val="accent1"/>
          </a:effectRef>
          <a:fontRef idx="minor">
            <a:schemeClr val="tx1"/>
          </a:fontRef>
        </p:style>
      </p:cxnSp>
      <p:cxnSp>
        <p:nvCxnSpPr>
          <p:cNvPr id="7" name="Đường kết nối Mũi tên Thẳng 6">
            <a:extLst>
              <a:ext uri="{FF2B5EF4-FFF2-40B4-BE49-F238E27FC236}">
                <a16:creationId xmlns:a16="http://schemas.microsoft.com/office/drawing/2014/main" id="{B5827ED5-42FD-399A-C6F6-90AF2DD2A665}"/>
              </a:ext>
            </a:extLst>
          </p:cNvPr>
          <p:cNvCxnSpPr/>
          <p:nvPr/>
        </p:nvCxnSpPr>
        <p:spPr>
          <a:xfrm flipH="1">
            <a:off x="6129828" y="5196468"/>
            <a:ext cx="720915" cy="0"/>
          </a:xfrm>
          <a:prstGeom prst="straightConnector1">
            <a:avLst/>
          </a:prstGeom>
          <a:ln>
            <a:solidFill>
              <a:srgbClr val="FF2D1D"/>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5263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E7195-47D4-50B5-941A-7CF25D25E3CF}"/>
            </a:ext>
          </a:extLst>
        </p:cNvPr>
        <p:cNvGrpSpPr/>
        <p:nvPr/>
      </p:nvGrpSpPr>
      <p:grpSpPr>
        <a:xfrm>
          <a:off x="0" y="0"/>
          <a:ext cx="0" cy="0"/>
          <a:chOff x="0" y="0"/>
          <a:chExt cx="0" cy="0"/>
        </a:xfrm>
      </p:grpSpPr>
      <p:sp>
        <p:nvSpPr>
          <p:cNvPr id="12" name="Hình chữ nhật 11">
            <a:extLst>
              <a:ext uri="{FF2B5EF4-FFF2-40B4-BE49-F238E27FC236}">
                <a16:creationId xmlns:a16="http://schemas.microsoft.com/office/drawing/2014/main" id="{874BBA72-5412-23F1-62FA-3A283962804C}"/>
              </a:ext>
            </a:extLst>
          </p:cNvPr>
          <p:cNvSpPr/>
          <p:nvPr/>
        </p:nvSpPr>
        <p:spPr>
          <a:xfrm>
            <a:off x="0" y="0"/>
            <a:ext cx="12192000" cy="701040"/>
          </a:xfrm>
          <a:prstGeom prst="rect">
            <a:avLst/>
          </a:prstGeom>
          <a:solidFill>
            <a:srgbClr val="F44A2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HỆ THỐNG GẬY</a:t>
            </a:r>
          </a:p>
        </p:txBody>
      </p:sp>
      <p:sp>
        <p:nvSpPr>
          <p:cNvPr id="2" name="Hình chữ nhật 1">
            <a:extLst>
              <a:ext uri="{FF2B5EF4-FFF2-40B4-BE49-F238E27FC236}">
                <a16:creationId xmlns:a16="http://schemas.microsoft.com/office/drawing/2014/main" id="{39BFD017-96E2-F4DC-2A7E-E3C5DEDFFE9E}"/>
              </a:ext>
            </a:extLst>
          </p:cNvPr>
          <p:cNvSpPr/>
          <p:nvPr/>
        </p:nvSpPr>
        <p:spPr>
          <a:xfrm>
            <a:off x="234845" y="839448"/>
            <a:ext cx="11722308" cy="5801194"/>
          </a:xfrm>
          <a:prstGeom prst="rect">
            <a:avLst/>
          </a:prstGeom>
          <a:ln>
            <a:solidFill>
              <a:srgbClr val="FF2D1D"/>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pic>
        <p:nvPicPr>
          <p:cNvPr id="3074" name="Picture 2">
            <a:extLst>
              <a:ext uri="{FF2B5EF4-FFF2-40B4-BE49-F238E27FC236}">
                <a16:creationId xmlns:a16="http://schemas.microsoft.com/office/drawing/2014/main" id="{64D0174A-BC96-D234-960B-E8569AB7FE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284" r="23740"/>
          <a:stretch>
            <a:fillRect/>
          </a:stretch>
        </p:blipFill>
        <p:spPr bwMode="auto">
          <a:xfrm>
            <a:off x="2958476" y="1014790"/>
            <a:ext cx="6275047" cy="5450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2447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C881F-3B74-2456-7A60-27D30548B3A2}"/>
            </a:ext>
          </a:extLst>
        </p:cNvPr>
        <p:cNvGrpSpPr/>
        <p:nvPr/>
      </p:nvGrpSpPr>
      <p:grpSpPr>
        <a:xfrm>
          <a:off x="0" y="0"/>
          <a:ext cx="0" cy="0"/>
          <a:chOff x="0" y="0"/>
          <a:chExt cx="0" cy="0"/>
        </a:xfrm>
      </p:grpSpPr>
      <p:sp>
        <p:nvSpPr>
          <p:cNvPr id="12" name="Hình chữ nhật 11">
            <a:extLst>
              <a:ext uri="{FF2B5EF4-FFF2-40B4-BE49-F238E27FC236}">
                <a16:creationId xmlns:a16="http://schemas.microsoft.com/office/drawing/2014/main" id="{2C71CEB5-880C-E178-1DB7-F06256E86A27}"/>
              </a:ext>
            </a:extLst>
          </p:cNvPr>
          <p:cNvSpPr/>
          <p:nvPr/>
        </p:nvSpPr>
        <p:spPr>
          <a:xfrm>
            <a:off x="0" y="0"/>
            <a:ext cx="12192000" cy="701040"/>
          </a:xfrm>
          <a:prstGeom prst="rect">
            <a:avLst/>
          </a:prstGeom>
          <a:solidFill>
            <a:srgbClr val="F44A2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HỆ THỐNG GẬY</a:t>
            </a:r>
          </a:p>
        </p:txBody>
      </p:sp>
      <p:graphicFrame>
        <p:nvGraphicFramePr>
          <p:cNvPr id="7" name="Bảng 6">
            <a:extLst>
              <a:ext uri="{FF2B5EF4-FFF2-40B4-BE49-F238E27FC236}">
                <a16:creationId xmlns:a16="http://schemas.microsoft.com/office/drawing/2014/main" id="{65AC533D-9997-44AC-8372-E01AE5D0B6B1}"/>
              </a:ext>
            </a:extLst>
          </p:cNvPr>
          <p:cNvGraphicFramePr>
            <a:graphicFrameLocks noGrp="1"/>
          </p:cNvGraphicFramePr>
          <p:nvPr>
            <p:extLst>
              <p:ext uri="{D42A27DB-BD31-4B8C-83A1-F6EECF244321}">
                <p14:modId xmlns:p14="http://schemas.microsoft.com/office/powerpoint/2010/main" val="2859453555"/>
              </p:ext>
            </p:extLst>
          </p:nvPr>
        </p:nvGraphicFramePr>
        <p:xfrm>
          <a:off x="1046357" y="801401"/>
          <a:ext cx="9991494" cy="5851506"/>
        </p:xfrm>
        <a:graphic>
          <a:graphicData uri="http://schemas.openxmlformats.org/drawingml/2006/table">
            <a:tbl>
              <a:tblPr firstRow="1" firstCol="1" bandRow="1">
                <a:tableStyleId>{21E4AEA4-8DFA-4A89-87EB-49C32662AFE0}</a:tableStyleId>
              </a:tblPr>
              <a:tblGrid>
                <a:gridCol w="1204332">
                  <a:extLst>
                    <a:ext uri="{9D8B030D-6E8A-4147-A177-3AD203B41FA5}">
                      <a16:colId xmlns:a16="http://schemas.microsoft.com/office/drawing/2014/main" val="656167544"/>
                    </a:ext>
                  </a:extLst>
                </a:gridCol>
                <a:gridCol w="4096303">
                  <a:extLst>
                    <a:ext uri="{9D8B030D-6E8A-4147-A177-3AD203B41FA5}">
                      <a16:colId xmlns:a16="http://schemas.microsoft.com/office/drawing/2014/main" val="618323333"/>
                    </a:ext>
                  </a:extLst>
                </a:gridCol>
                <a:gridCol w="4690859">
                  <a:extLst>
                    <a:ext uri="{9D8B030D-6E8A-4147-A177-3AD203B41FA5}">
                      <a16:colId xmlns:a16="http://schemas.microsoft.com/office/drawing/2014/main" val="1980472969"/>
                    </a:ext>
                  </a:extLst>
                </a:gridCol>
              </a:tblGrid>
              <a:tr h="1003609">
                <a:tc>
                  <a:txBody>
                    <a:bodyPr/>
                    <a:lstStyle/>
                    <a:p>
                      <a:r>
                        <a:rPr lang="en-US" sz="32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93975303"/>
                  </a:ext>
                </a:extLst>
              </a:tr>
              <a:tr h="847492">
                <a:tc>
                  <a:txBody>
                    <a:bodyPr/>
                    <a:lstStyle/>
                    <a:p>
                      <a:r>
                        <a:rPr lang="en-US" sz="3200" dirty="0"/>
                        <a:t>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4A28"/>
                    </a:solidFill>
                  </a:tcPr>
                </a:tc>
                <a:tc>
                  <a:txBody>
                    <a:bodyPr/>
                    <a:lstStyle/>
                    <a:p>
                      <a:r>
                        <a:rPr lang="en-US" sz="2400" dirty="0"/>
                        <a:t> </a:t>
                      </a:r>
                      <a:r>
                        <a:rPr lang="en-US" sz="2400" dirty="0" err="1"/>
                        <a:t>Kích</a:t>
                      </a:r>
                      <a:r>
                        <a:rPr lang="en-US" sz="2400" dirty="0"/>
                        <a:t> </a:t>
                      </a:r>
                      <a:r>
                        <a:rPr lang="en-US" sz="2400" dirty="0" err="1"/>
                        <a:t>Thước</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80cm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32143814"/>
                  </a:ext>
                </a:extLst>
              </a:tr>
              <a:tr h="788111">
                <a:tc>
                  <a:txBody>
                    <a:bodyPr/>
                    <a:lstStyle/>
                    <a:p>
                      <a:r>
                        <a:rPr lang="en-US" sz="3200" dirty="0"/>
                        <a:t>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4A28"/>
                    </a:solidFill>
                  </a:tcPr>
                </a:tc>
                <a:tc>
                  <a:txBody>
                    <a:bodyPr/>
                    <a:lstStyle/>
                    <a:p>
                      <a:r>
                        <a:rPr lang="en-US" sz="2400" dirty="0"/>
                        <a:t>Dung </a:t>
                      </a:r>
                      <a:r>
                        <a:rPr lang="en-US" sz="2400" dirty="0" err="1"/>
                        <a:t>lượng</a:t>
                      </a:r>
                      <a:r>
                        <a:rPr lang="en-US" sz="2400" dirty="0"/>
                        <a:t> pin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2000mah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1608483"/>
                  </a:ext>
                </a:extLst>
              </a:tr>
              <a:tr h="788111">
                <a:tc>
                  <a:txBody>
                    <a:bodyPr/>
                    <a:lstStyle/>
                    <a:p>
                      <a:r>
                        <a:rPr lang="en-US" sz="3200" dirty="0"/>
                        <a:t>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4A28"/>
                    </a:solidFill>
                  </a:tcPr>
                </a:tc>
                <a:tc>
                  <a:txBody>
                    <a:bodyPr/>
                    <a:lstStyle/>
                    <a:p>
                      <a:r>
                        <a:rPr lang="en-US" sz="2400" dirty="0" err="1"/>
                        <a:t>Thời</a:t>
                      </a:r>
                      <a:r>
                        <a:rPr lang="en-US" sz="2400" dirty="0"/>
                        <a:t> </a:t>
                      </a:r>
                      <a:r>
                        <a:rPr lang="en-US" sz="2400" dirty="0" err="1"/>
                        <a:t>gian</a:t>
                      </a:r>
                      <a:r>
                        <a:rPr lang="en-US" sz="2400" dirty="0"/>
                        <a:t> </a:t>
                      </a:r>
                      <a:r>
                        <a:rPr lang="en-US" sz="2400" dirty="0" err="1"/>
                        <a:t>sử</a:t>
                      </a:r>
                      <a:r>
                        <a:rPr lang="en-US" sz="2400" dirty="0"/>
                        <a:t> </a:t>
                      </a:r>
                      <a:r>
                        <a:rPr lang="en-US" sz="2400" dirty="0" err="1"/>
                        <a:t>dụng</a:t>
                      </a:r>
                      <a:r>
                        <a:rPr lang="en-US" sz="2400" dirty="0"/>
                        <a:t> </a:t>
                      </a:r>
                      <a:r>
                        <a:rPr lang="en-US" sz="2400" dirty="0" err="1"/>
                        <a:t>liên</a:t>
                      </a:r>
                      <a:r>
                        <a:rPr lang="en-US" sz="2400" dirty="0"/>
                        <a:t> </a:t>
                      </a:r>
                      <a:r>
                        <a:rPr lang="en-US" sz="2400" dirty="0" err="1"/>
                        <a:t>tục</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8-10h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3916133"/>
                  </a:ext>
                </a:extLst>
              </a:tr>
              <a:tr h="788111">
                <a:tc>
                  <a:txBody>
                    <a:bodyPr/>
                    <a:lstStyle/>
                    <a:p>
                      <a:r>
                        <a:rPr lang="en-US" sz="3200" dirty="0"/>
                        <a:t>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4A28"/>
                    </a:solidFill>
                  </a:tcPr>
                </a:tc>
                <a:tc>
                  <a:txBody>
                    <a:bodyPr/>
                    <a:lstStyle/>
                    <a:p>
                      <a:r>
                        <a:rPr lang="en-US" sz="2400" dirty="0" err="1"/>
                        <a:t>Khối</a:t>
                      </a:r>
                      <a:r>
                        <a:rPr lang="en-US" sz="2400" dirty="0"/>
                        <a:t> </a:t>
                      </a:r>
                      <a:r>
                        <a:rPr lang="en-US" sz="2400" dirty="0" err="1"/>
                        <a:t>lượng</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500g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53860970"/>
                  </a:ext>
                </a:extLst>
              </a:tr>
              <a:tr h="847961">
                <a:tc>
                  <a:txBody>
                    <a:bodyPr/>
                    <a:lstStyle/>
                    <a:p>
                      <a:r>
                        <a:rPr lang="en-US" sz="3200" dirty="0"/>
                        <a:t>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4A28"/>
                    </a:solidFill>
                  </a:tcPr>
                </a:tc>
                <a:tc>
                  <a:txBody>
                    <a:bodyPr/>
                    <a:lstStyle/>
                    <a:p>
                      <a:r>
                        <a:rPr lang="en-US" sz="2400" dirty="0"/>
                        <a:t>Phạm vi </a:t>
                      </a:r>
                      <a:r>
                        <a:rPr lang="en-US" sz="2400" dirty="0" err="1"/>
                        <a:t>cẩn</a:t>
                      </a:r>
                      <a:r>
                        <a:rPr lang="en-US" sz="2400" dirty="0"/>
                        <a:t> </a:t>
                      </a:r>
                      <a:r>
                        <a:rPr lang="en-US" sz="2400" dirty="0" err="1"/>
                        <a:t>báo</a:t>
                      </a:r>
                      <a:r>
                        <a:rPr lang="en-US" sz="24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&lt;1m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26226556"/>
                  </a:ext>
                </a:extLst>
              </a:tr>
              <a:tr h="788111">
                <a:tc>
                  <a:txBody>
                    <a:bodyPr/>
                    <a:lstStyle/>
                    <a:p>
                      <a:r>
                        <a:rPr lang="en-US" sz="3200" dirty="0"/>
                        <a:t>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4A28"/>
                    </a:solidFill>
                  </a:tcPr>
                </a:tc>
                <a:tc>
                  <a:txBody>
                    <a:bodyPr/>
                    <a:lstStyle/>
                    <a:p>
                      <a:r>
                        <a:rPr lang="en-US" sz="2400" dirty="0" err="1"/>
                        <a:t>Hệ</a:t>
                      </a:r>
                      <a:r>
                        <a:rPr lang="en-US" sz="2400" dirty="0"/>
                        <a:t> </a:t>
                      </a:r>
                      <a:r>
                        <a:rPr lang="en-US" sz="2400" dirty="0" err="1"/>
                        <a:t>thống</a:t>
                      </a:r>
                      <a:r>
                        <a:rPr lang="en-US" sz="2400" dirty="0"/>
                        <a:t> </a:t>
                      </a:r>
                      <a:r>
                        <a:rPr lang="en-US" sz="2400" dirty="0" err="1"/>
                        <a:t>cảnh</a:t>
                      </a:r>
                      <a:r>
                        <a:rPr lang="en-US" sz="2400" dirty="0"/>
                        <a:t> </a:t>
                      </a:r>
                      <a:r>
                        <a:rPr lang="en-US" sz="2400" dirty="0" err="1"/>
                        <a:t>báo</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err="1"/>
                        <a:t>Loa,tai</a:t>
                      </a:r>
                      <a:r>
                        <a:rPr lang="en-US" dirty="0"/>
                        <a:t> </a:t>
                      </a:r>
                      <a:r>
                        <a:rPr lang="en-US" dirty="0" err="1"/>
                        <a:t>nghe</a:t>
                      </a:r>
                      <a:r>
                        <a:rPr lang="en-US" dirty="0"/>
                        <a:t> ,rung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74720214"/>
                  </a:ext>
                </a:extLst>
              </a:tr>
            </a:tbl>
          </a:graphicData>
        </a:graphic>
      </p:graphicFrame>
      <p:sp>
        <p:nvSpPr>
          <p:cNvPr id="9" name="Hộp Văn bản 8">
            <a:extLst>
              <a:ext uri="{FF2B5EF4-FFF2-40B4-BE49-F238E27FC236}">
                <a16:creationId xmlns:a16="http://schemas.microsoft.com/office/drawing/2014/main" id="{F83E1048-EBE0-3A69-E96A-C31DD4AAB3F9}"/>
              </a:ext>
            </a:extLst>
          </p:cNvPr>
          <p:cNvSpPr txBox="1"/>
          <p:nvPr/>
        </p:nvSpPr>
        <p:spPr>
          <a:xfrm>
            <a:off x="4538546" y="1107912"/>
            <a:ext cx="6099716" cy="584775"/>
          </a:xfrm>
          <a:prstGeom prst="rect">
            <a:avLst/>
          </a:prstGeom>
          <a:noFill/>
        </p:spPr>
        <p:txBody>
          <a:bodyPr wrap="square">
            <a:spAutoFit/>
          </a:bodyPr>
          <a:lstStyle/>
          <a:p>
            <a:r>
              <a:rPr lang="en-US" sz="3200" dirty="0">
                <a:solidFill>
                  <a:schemeClr val="bg1"/>
                </a:solidFill>
              </a:rPr>
              <a:t>Thông </a:t>
            </a:r>
            <a:r>
              <a:rPr lang="en-US" sz="3200" dirty="0" err="1">
                <a:solidFill>
                  <a:schemeClr val="bg1"/>
                </a:solidFill>
              </a:rPr>
              <a:t>số</a:t>
            </a:r>
            <a:r>
              <a:rPr lang="en-US" sz="3200" dirty="0">
                <a:solidFill>
                  <a:schemeClr val="bg1"/>
                </a:solidFill>
              </a:rPr>
              <a:t> </a:t>
            </a:r>
            <a:r>
              <a:rPr lang="en-US" sz="3200" dirty="0" err="1">
                <a:solidFill>
                  <a:schemeClr val="bg1"/>
                </a:solidFill>
              </a:rPr>
              <a:t>kỹ</a:t>
            </a:r>
            <a:r>
              <a:rPr lang="en-US" sz="3200" dirty="0">
                <a:solidFill>
                  <a:schemeClr val="bg1"/>
                </a:solidFill>
              </a:rPr>
              <a:t> </a:t>
            </a:r>
            <a:r>
              <a:rPr lang="en-US" sz="3200" dirty="0" err="1">
                <a:solidFill>
                  <a:schemeClr val="bg1"/>
                </a:solidFill>
              </a:rPr>
              <a:t>thuật</a:t>
            </a:r>
            <a:endParaRPr lang="en-US" sz="3200" dirty="0">
              <a:solidFill>
                <a:schemeClr val="bg1"/>
              </a:solidFill>
            </a:endParaRPr>
          </a:p>
        </p:txBody>
      </p:sp>
      <p:sp>
        <p:nvSpPr>
          <p:cNvPr id="11" name="Hộp Văn bản 10">
            <a:extLst>
              <a:ext uri="{FF2B5EF4-FFF2-40B4-BE49-F238E27FC236}">
                <a16:creationId xmlns:a16="http://schemas.microsoft.com/office/drawing/2014/main" id="{5E132ED2-24D8-3473-52D6-F973964B1C09}"/>
              </a:ext>
            </a:extLst>
          </p:cNvPr>
          <p:cNvSpPr txBox="1"/>
          <p:nvPr/>
        </p:nvSpPr>
        <p:spPr>
          <a:xfrm>
            <a:off x="1154149" y="1127916"/>
            <a:ext cx="6099716" cy="584775"/>
          </a:xfrm>
          <a:prstGeom prst="rect">
            <a:avLst/>
          </a:prstGeom>
          <a:noFill/>
        </p:spPr>
        <p:txBody>
          <a:bodyPr wrap="square">
            <a:spAutoFit/>
          </a:bodyPr>
          <a:lstStyle/>
          <a:p>
            <a:r>
              <a:rPr lang="en-US" sz="3200" dirty="0">
                <a:solidFill>
                  <a:schemeClr val="bg1"/>
                </a:solidFill>
              </a:rPr>
              <a:t>STT</a:t>
            </a:r>
          </a:p>
        </p:txBody>
      </p:sp>
    </p:spTree>
    <p:extLst>
      <p:ext uri="{BB962C8B-B14F-4D97-AF65-F5344CB8AC3E}">
        <p14:creationId xmlns:p14="http://schemas.microsoft.com/office/powerpoint/2010/main" val="1109633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091B1-E65E-556A-FF61-A045F5BF6B87}"/>
            </a:ext>
          </a:extLst>
        </p:cNvPr>
        <p:cNvGrpSpPr/>
        <p:nvPr/>
      </p:nvGrpSpPr>
      <p:grpSpPr>
        <a:xfrm>
          <a:off x="0" y="0"/>
          <a:ext cx="0" cy="0"/>
          <a:chOff x="0" y="0"/>
          <a:chExt cx="0" cy="0"/>
        </a:xfrm>
      </p:grpSpPr>
      <p:sp>
        <p:nvSpPr>
          <p:cNvPr id="12" name="Hình chữ nhật 11">
            <a:extLst>
              <a:ext uri="{FF2B5EF4-FFF2-40B4-BE49-F238E27FC236}">
                <a16:creationId xmlns:a16="http://schemas.microsoft.com/office/drawing/2014/main" id="{4996DB5C-2919-80EF-D0FF-4890E12FAE3B}"/>
              </a:ext>
            </a:extLst>
          </p:cNvPr>
          <p:cNvSpPr/>
          <p:nvPr/>
        </p:nvSpPr>
        <p:spPr>
          <a:xfrm>
            <a:off x="0" y="0"/>
            <a:ext cx="12192000" cy="701040"/>
          </a:xfrm>
          <a:prstGeom prst="rect">
            <a:avLst/>
          </a:prstGeom>
          <a:solidFill>
            <a:srgbClr val="F44A2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HỆ THỐNG GẬY</a:t>
            </a:r>
          </a:p>
        </p:txBody>
      </p:sp>
      <p:sp>
        <p:nvSpPr>
          <p:cNvPr id="2" name="Hình chữ nhật 1">
            <a:extLst>
              <a:ext uri="{FF2B5EF4-FFF2-40B4-BE49-F238E27FC236}">
                <a16:creationId xmlns:a16="http://schemas.microsoft.com/office/drawing/2014/main" id="{FEFDDB2A-9919-F05C-23BF-C1AC33CE022F}"/>
              </a:ext>
            </a:extLst>
          </p:cNvPr>
          <p:cNvSpPr/>
          <p:nvPr/>
        </p:nvSpPr>
        <p:spPr>
          <a:xfrm>
            <a:off x="179882" y="839449"/>
            <a:ext cx="11722308" cy="5801194"/>
          </a:xfrm>
          <a:prstGeom prst="rect">
            <a:avLst/>
          </a:prstGeom>
          <a:ln>
            <a:solidFill>
              <a:srgbClr val="FF2D1D"/>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pic>
        <p:nvPicPr>
          <p:cNvPr id="6" name="Hình ảnh 5">
            <a:extLst>
              <a:ext uri="{FF2B5EF4-FFF2-40B4-BE49-F238E27FC236}">
                <a16:creationId xmlns:a16="http://schemas.microsoft.com/office/drawing/2014/main" id="{4F55962C-D897-A3C7-F1D8-8934A9F39F09}"/>
              </a:ext>
            </a:extLst>
          </p:cNvPr>
          <p:cNvPicPr>
            <a:picLocks noChangeAspect="1"/>
          </p:cNvPicPr>
          <p:nvPr/>
        </p:nvPicPr>
        <p:blipFill>
          <a:blip r:embed="rId3">
            <a:extLst>
              <a:ext uri="{28A0092B-C50C-407E-A947-70E740481C1C}">
                <a14:useLocalDpi xmlns:a14="http://schemas.microsoft.com/office/drawing/2010/main" val="0"/>
              </a:ext>
            </a:extLst>
          </a:blip>
          <a:srcRect l="2377" t="16063" r="4486" b="6645"/>
          <a:stretch/>
        </p:blipFill>
        <p:spPr>
          <a:xfrm>
            <a:off x="289810" y="1102659"/>
            <a:ext cx="11355343" cy="5298141"/>
          </a:xfrm>
          <a:prstGeom prst="rect">
            <a:avLst/>
          </a:prstGeom>
        </p:spPr>
      </p:pic>
      <p:sp>
        <p:nvSpPr>
          <p:cNvPr id="7" name="Hình chữ nhật: Góc Tròn 6">
            <a:extLst>
              <a:ext uri="{FF2B5EF4-FFF2-40B4-BE49-F238E27FC236}">
                <a16:creationId xmlns:a16="http://schemas.microsoft.com/office/drawing/2014/main" id="{F4B35770-8477-B864-CE88-C507E36296C9}"/>
              </a:ext>
            </a:extLst>
          </p:cNvPr>
          <p:cNvSpPr/>
          <p:nvPr/>
        </p:nvSpPr>
        <p:spPr>
          <a:xfrm>
            <a:off x="432215" y="991672"/>
            <a:ext cx="3427752" cy="324666"/>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BỐ TRÍ PHẦN CỨNG CỦA GẬY</a:t>
            </a:r>
          </a:p>
        </p:txBody>
      </p:sp>
      <p:cxnSp>
        <p:nvCxnSpPr>
          <p:cNvPr id="60" name="Đường kết nối: Cong 59">
            <a:extLst>
              <a:ext uri="{FF2B5EF4-FFF2-40B4-BE49-F238E27FC236}">
                <a16:creationId xmlns:a16="http://schemas.microsoft.com/office/drawing/2014/main" id="{2EC1A6BF-2F1A-5FEA-0ACC-2D086030FB2B}"/>
              </a:ext>
            </a:extLst>
          </p:cNvPr>
          <p:cNvCxnSpPr>
            <a:cxnSpLocks/>
          </p:cNvCxnSpPr>
          <p:nvPr/>
        </p:nvCxnSpPr>
        <p:spPr>
          <a:xfrm rot="10800000">
            <a:off x="1004341" y="3117955"/>
            <a:ext cx="1993694" cy="1019333"/>
          </a:xfrm>
          <a:prstGeom prst="curvedConnector3">
            <a:avLst>
              <a:gd name="adj1" fmla="val 10338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5901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ABC23-DA85-48AB-4B7D-181AB99B41A1}"/>
            </a:ext>
          </a:extLst>
        </p:cNvPr>
        <p:cNvGrpSpPr/>
        <p:nvPr/>
      </p:nvGrpSpPr>
      <p:grpSpPr>
        <a:xfrm>
          <a:off x="0" y="0"/>
          <a:ext cx="0" cy="0"/>
          <a:chOff x="0" y="0"/>
          <a:chExt cx="0" cy="0"/>
        </a:xfrm>
      </p:grpSpPr>
      <p:sp>
        <p:nvSpPr>
          <p:cNvPr id="12" name="Hình chữ nhật 11">
            <a:extLst>
              <a:ext uri="{FF2B5EF4-FFF2-40B4-BE49-F238E27FC236}">
                <a16:creationId xmlns:a16="http://schemas.microsoft.com/office/drawing/2014/main" id="{453AF693-2C30-637A-28BA-583C9F7F9996}"/>
              </a:ext>
            </a:extLst>
          </p:cNvPr>
          <p:cNvSpPr/>
          <p:nvPr/>
        </p:nvSpPr>
        <p:spPr>
          <a:xfrm>
            <a:off x="0" y="0"/>
            <a:ext cx="12192000" cy="701040"/>
          </a:xfrm>
          <a:prstGeom prst="rect">
            <a:avLst/>
          </a:prstGeom>
          <a:solidFill>
            <a:srgbClr val="F44A2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HỆ THỐNG GẬY</a:t>
            </a:r>
          </a:p>
        </p:txBody>
      </p:sp>
      <p:sp>
        <p:nvSpPr>
          <p:cNvPr id="2" name="Hình chữ nhật 1">
            <a:extLst>
              <a:ext uri="{FF2B5EF4-FFF2-40B4-BE49-F238E27FC236}">
                <a16:creationId xmlns:a16="http://schemas.microsoft.com/office/drawing/2014/main" id="{455CB8E7-0D5E-A2A9-F758-C39BCCDA21F8}"/>
              </a:ext>
            </a:extLst>
          </p:cNvPr>
          <p:cNvSpPr/>
          <p:nvPr/>
        </p:nvSpPr>
        <p:spPr>
          <a:xfrm>
            <a:off x="195229" y="884926"/>
            <a:ext cx="11612381" cy="5385245"/>
          </a:xfrm>
          <a:prstGeom prst="rect">
            <a:avLst/>
          </a:prstGeom>
          <a:ln>
            <a:solidFill>
              <a:srgbClr val="FF2D1D"/>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 name="Hình chữ nhật: Góc Tròn 3">
            <a:extLst>
              <a:ext uri="{FF2B5EF4-FFF2-40B4-BE49-F238E27FC236}">
                <a16:creationId xmlns:a16="http://schemas.microsoft.com/office/drawing/2014/main" id="{4356C804-FFB9-C1DA-5255-D753A1C6C70D}"/>
              </a:ext>
            </a:extLst>
          </p:cNvPr>
          <p:cNvSpPr/>
          <p:nvPr/>
        </p:nvSpPr>
        <p:spPr>
          <a:xfrm>
            <a:off x="289810" y="972432"/>
            <a:ext cx="2482419" cy="369693"/>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LẬP TRÌNH</a:t>
            </a:r>
          </a:p>
        </p:txBody>
      </p:sp>
      <p:sp>
        <p:nvSpPr>
          <p:cNvPr id="7" name="Rectangle 6">
            <a:extLst>
              <a:ext uri="{FF2B5EF4-FFF2-40B4-BE49-F238E27FC236}">
                <a16:creationId xmlns:a16="http://schemas.microsoft.com/office/drawing/2014/main" id="{1C16762A-C2E8-520B-4E04-AB17C754684E}"/>
              </a:ext>
            </a:extLst>
          </p:cNvPr>
          <p:cNvSpPr>
            <a:spLocks noChangeArrowheads="1"/>
          </p:cNvSpPr>
          <p:nvPr/>
        </p:nvSpPr>
        <p:spPr bwMode="auto">
          <a:xfrm>
            <a:off x="478971" y="97288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9" name="Picture 5">
            <a:extLst>
              <a:ext uri="{FF2B5EF4-FFF2-40B4-BE49-F238E27FC236}">
                <a16:creationId xmlns:a16="http://schemas.microsoft.com/office/drawing/2014/main" id="{A6E28EBF-3C48-4623-E272-27865EF7B9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972" y="1430083"/>
            <a:ext cx="5140336" cy="287453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62CFC63D-FC97-D148-FBA9-149399DFED7D}"/>
              </a:ext>
            </a:extLst>
          </p:cNvPr>
          <p:cNvSpPr>
            <a:spLocks noChangeArrowheads="1"/>
          </p:cNvSpPr>
          <p:nvPr/>
        </p:nvSpPr>
        <p:spPr bwMode="auto">
          <a:xfrm>
            <a:off x="478972" y="4518376"/>
            <a:ext cx="53291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Lập</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trình</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Arduino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để</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đo</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khoảng</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cách</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11" name="Rectangle 13">
            <a:extLst>
              <a:ext uri="{FF2B5EF4-FFF2-40B4-BE49-F238E27FC236}">
                <a16:creationId xmlns:a16="http://schemas.microsoft.com/office/drawing/2014/main" id="{98E50AD3-1F0A-D596-E7CE-33F54912444D}"/>
              </a:ext>
            </a:extLst>
          </p:cNvPr>
          <p:cNvSpPr>
            <a:spLocks noChangeArrowheads="1"/>
          </p:cNvSpPr>
          <p:nvPr/>
        </p:nvSpPr>
        <p:spPr bwMode="auto">
          <a:xfrm>
            <a:off x="6190581" y="88492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36" name="Picture 12">
            <a:extLst>
              <a:ext uri="{FF2B5EF4-FFF2-40B4-BE49-F238E27FC236}">
                <a16:creationId xmlns:a16="http://schemas.microsoft.com/office/drawing/2014/main" id="{3F03CB9E-56AF-552D-104C-E33407EA53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266278"/>
            <a:ext cx="5423732" cy="303833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4">
            <a:extLst>
              <a:ext uri="{FF2B5EF4-FFF2-40B4-BE49-F238E27FC236}">
                <a16:creationId xmlns:a16="http://schemas.microsoft.com/office/drawing/2014/main" id="{D19EE41F-769D-BE94-EA18-2398469EFBA5}"/>
              </a:ext>
            </a:extLst>
          </p:cNvPr>
          <p:cNvSpPr>
            <a:spLocks noChangeArrowheads="1"/>
          </p:cNvSpPr>
          <p:nvPr/>
        </p:nvSpPr>
        <p:spPr bwMode="auto">
          <a:xfrm>
            <a:off x="6091865" y="4598008"/>
            <a:ext cx="56028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Lập</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trình</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esp8266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đề</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gửi</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gps</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qua telegram</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6831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6AE51-23B3-FB3F-6FF1-77CBFEFFCE5C}"/>
            </a:ext>
          </a:extLst>
        </p:cNvPr>
        <p:cNvGrpSpPr/>
        <p:nvPr/>
      </p:nvGrpSpPr>
      <p:grpSpPr>
        <a:xfrm>
          <a:off x="0" y="0"/>
          <a:ext cx="0" cy="0"/>
          <a:chOff x="0" y="0"/>
          <a:chExt cx="0" cy="0"/>
        </a:xfrm>
      </p:grpSpPr>
      <p:sp>
        <p:nvSpPr>
          <p:cNvPr id="12" name="Hình chữ nhật 11">
            <a:extLst>
              <a:ext uri="{FF2B5EF4-FFF2-40B4-BE49-F238E27FC236}">
                <a16:creationId xmlns:a16="http://schemas.microsoft.com/office/drawing/2014/main" id="{76594AF2-7E31-4D51-24D1-5190F64AC6BB}"/>
              </a:ext>
            </a:extLst>
          </p:cNvPr>
          <p:cNvSpPr/>
          <p:nvPr/>
        </p:nvSpPr>
        <p:spPr>
          <a:xfrm>
            <a:off x="0" y="0"/>
            <a:ext cx="12192000" cy="701040"/>
          </a:xfrm>
          <a:prstGeom prst="rect">
            <a:avLst/>
          </a:prstGeom>
          <a:solidFill>
            <a:srgbClr val="F44A2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HỆ THỐNG GẬY</a:t>
            </a:r>
          </a:p>
        </p:txBody>
      </p:sp>
      <p:sp>
        <p:nvSpPr>
          <p:cNvPr id="2" name="Hình chữ nhật 1">
            <a:extLst>
              <a:ext uri="{FF2B5EF4-FFF2-40B4-BE49-F238E27FC236}">
                <a16:creationId xmlns:a16="http://schemas.microsoft.com/office/drawing/2014/main" id="{A73CC77F-FAD1-43F3-CA5F-1E91207504C0}"/>
              </a:ext>
            </a:extLst>
          </p:cNvPr>
          <p:cNvSpPr/>
          <p:nvPr/>
        </p:nvSpPr>
        <p:spPr>
          <a:xfrm>
            <a:off x="148414" y="884926"/>
            <a:ext cx="11895171" cy="5809553"/>
          </a:xfrm>
          <a:prstGeom prst="rect">
            <a:avLst/>
          </a:prstGeom>
          <a:ln>
            <a:solidFill>
              <a:srgbClr val="FF2D1D"/>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 name="Hình chữ nhật: Góc Tròn 3">
            <a:extLst>
              <a:ext uri="{FF2B5EF4-FFF2-40B4-BE49-F238E27FC236}">
                <a16:creationId xmlns:a16="http://schemas.microsoft.com/office/drawing/2014/main" id="{3C3BE396-6974-85DE-3DEB-14DC28311E17}"/>
              </a:ext>
            </a:extLst>
          </p:cNvPr>
          <p:cNvSpPr/>
          <p:nvPr/>
        </p:nvSpPr>
        <p:spPr>
          <a:xfrm>
            <a:off x="289810" y="972432"/>
            <a:ext cx="2482419" cy="369693"/>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PHẦN MỀM</a:t>
            </a:r>
          </a:p>
        </p:txBody>
      </p:sp>
      <p:sp>
        <p:nvSpPr>
          <p:cNvPr id="7" name="Rectangle 6">
            <a:extLst>
              <a:ext uri="{FF2B5EF4-FFF2-40B4-BE49-F238E27FC236}">
                <a16:creationId xmlns:a16="http://schemas.microsoft.com/office/drawing/2014/main" id="{89C36446-A093-12EF-383C-B8B1D7760D44}"/>
              </a:ext>
            </a:extLst>
          </p:cNvPr>
          <p:cNvSpPr>
            <a:spLocks noChangeArrowheads="1"/>
          </p:cNvSpPr>
          <p:nvPr/>
        </p:nvSpPr>
        <p:spPr bwMode="auto">
          <a:xfrm>
            <a:off x="478971" y="97288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Rectangle 13">
            <a:extLst>
              <a:ext uri="{FF2B5EF4-FFF2-40B4-BE49-F238E27FC236}">
                <a16:creationId xmlns:a16="http://schemas.microsoft.com/office/drawing/2014/main" id="{16A120DF-4320-87E7-42EF-A362E44778C4}"/>
              </a:ext>
            </a:extLst>
          </p:cNvPr>
          <p:cNvSpPr>
            <a:spLocks noChangeArrowheads="1"/>
          </p:cNvSpPr>
          <p:nvPr/>
        </p:nvSpPr>
        <p:spPr bwMode="auto">
          <a:xfrm>
            <a:off x="6190581" y="88492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50" name="Picture 2" descr="Telegram logo vector, Telegram icon free vector 18910740 Vector Art at ...">
            <a:extLst>
              <a:ext uri="{FF2B5EF4-FFF2-40B4-BE49-F238E27FC236}">
                <a16:creationId xmlns:a16="http://schemas.microsoft.com/office/drawing/2014/main" id="{CB846FA1-C46F-414D-C26A-CEE73435F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4019" y="1582897"/>
            <a:ext cx="2990166" cy="299016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ở ảnh">
            <a:extLst>
              <a:ext uri="{FF2B5EF4-FFF2-40B4-BE49-F238E27FC236}">
                <a16:creationId xmlns:a16="http://schemas.microsoft.com/office/drawing/2014/main" id="{173DA27F-336C-C541-4925-CF3D1A5B8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0068" y="972432"/>
            <a:ext cx="2795728" cy="483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Hộp Văn bản 4">
            <a:extLst>
              <a:ext uri="{FF2B5EF4-FFF2-40B4-BE49-F238E27FC236}">
                <a16:creationId xmlns:a16="http://schemas.microsoft.com/office/drawing/2014/main" id="{9AFE1AA7-ABCA-2981-1F95-0C7B7E4ABA80}"/>
              </a:ext>
            </a:extLst>
          </p:cNvPr>
          <p:cNvSpPr txBox="1"/>
          <p:nvPr/>
        </p:nvSpPr>
        <p:spPr>
          <a:xfrm>
            <a:off x="1473854" y="4315457"/>
            <a:ext cx="2920331" cy="156966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Ứng</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dụng</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telegram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có</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mặt</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trên</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2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nền</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tảng</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android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và</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ios</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thuận</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2400" dirty="0" err="1">
                <a:latin typeface="Times New Roman" panose="02020603050405020304" pitchFamily="18" charset="0"/>
                <a:ea typeface="Calibri" panose="020F0502020204030204" pitchFamily="34" charset="0"/>
                <a:cs typeface="Times New Roman" panose="02020603050405020304" pitchFamily="18" charset="0"/>
              </a:rPr>
              <a:t>tiện</a:t>
            </a: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6" name="Rectangle 14">
            <a:extLst>
              <a:ext uri="{FF2B5EF4-FFF2-40B4-BE49-F238E27FC236}">
                <a16:creationId xmlns:a16="http://schemas.microsoft.com/office/drawing/2014/main" id="{126867BE-2CC6-8B99-38F7-3C77EC22B314}"/>
              </a:ext>
            </a:extLst>
          </p:cNvPr>
          <p:cNvSpPr>
            <a:spLocks noChangeArrowheads="1"/>
          </p:cNvSpPr>
          <p:nvPr/>
        </p:nvSpPr>
        <p:spPr bwMode="auto">
          <a:xfrm>
            <a:off x="7248924" y="6078389"/>
            <a:ext cx="28568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latin typeface="Arial" panose="020B0604020202020204" pitchFamily="34" charset="0"/>
              </a:rPr>
              <a:t>Giao </a:t>
            </a:r>
            <a:r>
              <a:rPr lang="en-US" altLang="en-US" sz="2400" dirty="0" err="1">
                <a:latin typeface="Arial" panose="020B0604020202020204" pitchFamily="34" charset="0"/>
              </a:rPr>
              <a:t>diện</a:t>
            </a:r>
            <a:r>
              <a:rPr lang="en-US" altLang="en-US" sz="2400" dirty="0">
                <a:latin typeface="Arial" panose="020B0604020202020204" pitchFamily="34" charset="0"/>
              </a:rPr>
              <a:t> </a:t>
            </a:r>
            <a:r>
              <a:rPr lang="en-US" altLang="en-US" sz="2400" dirty="0" err="1">
                <a:latin typeface="Arial" panose="020B0604020202020204" pitchFamily="34" charset="0"/>
              </a:rPr>
              <a:t>nhận</a:t>
            </a:r>
            <a:r>
              <a:rPr lang="en-US" altLang="en-US" sz="2400" dirty="0">
                <a:latin typeface="Arial" panose="020B0604020202020204" pitchFamily="34" charset="0"/>
              </a:rPr>
              <a:t> </a:t>
            </a:r>
            <a:r>
              <a:rPr lang="en-US" altLang="en-US" sz="2400" dirty="0" err="1">
                <a:latin typeface="Arial" panose="020B0604020202020204" pitchFamily="34" charset="0"/>
              </a:rPr>
              <a:t>gps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8241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8A252-48BD-4E33-E7D5-113274C71052}"/>
            </a:ext>
          </a:extLst>
        </p:cNvPr>
        <p:cNvGrpSpPr/>
        <p:nvPr/>
      </p:nvGrpSpPr>
      <p:grpSpPr>
        <a:xfrm>
          <a:off x="0" y="0"/>
          <a:ext cx="0" cy="0"/>
          <a:chOff x="0" y="0"/>
          <a:chExt cx="0" cy="0"/>
        </a:xfrm>
      </p:grpSpPr>
      <p:sp>
        <p:nvSpPr>
          <p:cNvPr id="15" name="Hình chữ nhật 14">
            <a:extLst>
              <a:ext uri="{FF2B5EF4-FFF2-40B4-BE49-F238E27FC236}">
                <a16:creationId xmlns:a16="http://schemas.microsoft.com/office/drawing/2014/main" id="{2385AC46-54EF-EEC7-853D-25DD483D248C}"/>
              </a:ext>
            </a:extLst>
          </p:cNvPr>
          <p:cNvSpPr/>
          <p:nvPr/>
        </p:nvSpPr>
        <p:spPr>
          <a:xfrm>
            <a:off x="195230" y="884926"/>
            <a:ext cx="11837114" cy="5588445"/>
          </a:xfrm>
          <a:prstGeom prst="rect">
            <a:avLst/>
          </a:prstGeom>
          <a:ln>
            <a:solidFill>
              <a:srgbClr val="FF2D1D"/>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4" name="Hình chữ nhật: Góc Tròn 13">
            <a:extLst>
              <a:ext uri="{FF2B5EF4-FFF2-40B4-BE49-F238E27FC236}">
                <a16:creationId xmlns:a16="http://schemas.microsoft.com/office/drawing/2014/main" id="{8A30E2C9-08E9-F008-D730-69C793B8F849}"/>
              </a:ext>
            </a:extLst>
          </p:cNvPr>
          <p:cNvSpPr/>
          <p:nvPr/>
        </p:nvSpPr>
        <p:spPr>
          <a:xfrm>
            <a:off x="1083340" y="4230932"/>
            <a:ext cx="9830928" cy="1654636"/>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Hình chữ nhật: Góc Tròn 12">
            <a:extLst>
              <a:ext uri="{FF2B5EF4-FFF2-40B4-BE49-F238E27FC236}">
                <a16:creationId xmlns:a16="http://schemas.microsoft.com/office/drawing/2014/main" id="{325F5C72-2482-F0FE-FA0A-3FB1EB053CC3}"/>
              </a:ext>
            </a:extLst>
          </p:cNvPr>
          <p:cNvSpPr/>
          <p:nvPr/>
        </p:nvSpPr>
        <p:spPr>
          <a:xfrm>
            <a:off x="1083340" y="1489945"/>
            <a:ext cx="9860430" cy="1717711"/>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Hình chữ nhật 11">
            <a:extLst>
              <a:ext uri="{FF2B5EF4-FFF2-40B4-BE49-F238E27FC236}">
                <a16:creationId xmlns:a16="http://schemas.microsoft.com/office/drawing/2014/main" id="{FC383A86-D8B0-A4D6-9FBE-62D8608709A2}"/>
              </a:ext>
            </a:extLst>
          </p:cNvPr>
          <p:cNvSpPr/>
          <p:nvPr/>
        </p:nvSpPr>
        <p:spPr>
          <a:xfrm>
            <a:off x="0" y="-17921"/>
            <a:ext cx="12192000" cy="701040"/>
          </a:xfrm>
          <a:prstGeom prst="rect">
            <a:avLst/>
          </a:prstGeom>
          <a:solidFill>
            <a:srgbClr val="F44A2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KẾT QUẢ NGHIÊN  CỨU</a:t>
            </a:r>
          </a:p>
        </p:txBody>
      </p:sp>
      <p:sp>
        <p:nvSpPr>
          <p:cNvPr id="5" name="Hộp Văn bản 4">
            <a:extLst>
              <a:ext uri="{FF2B5EF4-FFF2-40B4-BE49-F238E27FC236}">
                <a16:creationId xmlns:a16="http://schemas.microsoft.com/office/drawing/2014/main" id="{4147EE76-D08C-723A-C01E-D985C6CE6728}"/>
              </a:ext>
            </a:extLst>
          </p:cNvPr>
          <p:cNvSpPr txBox="1"/>
          <p:nvPr/>
        </p:nvSpPr>
        <p:spPr>
          <a:xfrm>
            <a:off x="797809" y="1760327"/>
            <a:ext cx="10145961" cy="1250471"/>
          </a:xfrm>
          <a:prstGeom prst="rect">
            <a:avLst/>
          </a:prstGeom>
          <a:noFill/>
        </p:spPr>
        <p:txBody>
          <a:bodyPr wrap="square">
            <a:spAutoFit/>
          </a:bodyPr>
          <a:lstStyle/>
          <a:p>
            <a:pPr marL="742950" lvl="1" indent="-285750" algn="l">
              <a:lnSpc>
                <a:spcPts val="2143"/>
              </a:lnSpc>
              <a:spcBef>
                <a:spcPts val="300"/>
              </a:spcBef>
              <a:spcAft>
                <a:spcPts val="1029"/>
              </a:spcAft>
              <a:buFont typeface="Arial" panose="020B0604020202020204" pitchFamily="34" charset="0"/>
              <a:buChar char="•"/>
            </a:pPr>
            <a:r>
              <a:rPr lang="vi-VN" sz="2800" b="0" i="0" dirty="0">
                <a:solidFill>
                  <a:srgbClr val="404040"/>
                </a:solidFill>
                <a:effectLst/>
                <a:latin typeface="+mj-lt"/>
              </a:rPr>
              <a:t>Cảnh báo vật cản/hố sâu với độ chính xác &gt;90%.</a:t>
            </a:r>
          </a:p>
          <a:p>
            <a:pPr marL="742950" lvl="1" indent="-285750" algn="l">
              <a:lnSpc>
                <a:spcPts val="2143"/>
              </a:lnSpc>
              <a:spcBef>
                <a:spcPts val="300"/>
              </a:spcBef>
              <a:spcAft>
                <a:spcPts val="1029"/>
              </a:spcAft>
              <a:buFont typeface="Arial" panose="020B0604020202020204" pitchFamily="34" charset="0"/>
              <a:buChar char="•"/>
            </a:pPr>
            <a:r>
              <a:rPr lang="vi-VN" sz="2800" b="0" i="0" dirty="0">
                <a:solidFill>
                  <a:srgbClr val="404040"/>
                </a:solidFill>
                <a:effectLst/>
                <a:latin typeface="+mj-lt"/>
              </a:rPr>
              <a:t>Thời lượng pin đạt 8–10 giờ, sạc đầy trong 2–3 giờ.</a:t>
            </a:r>
          </a:p>
          <a:p>
            <a:pPr marL="742950" lvl="1" indent="-285750" algn="l">
              <a:lnSpc>
                <a:spcPts val="2143"/>
              </a:lnSpc>
              <a:spcBef>
                <a:spcPts val="300"/>
              </a:spcBef>
              <a:spcAft>
                <a:spcPts val="1029"/>
              </a:spcAft>
              <a:buFont typeface="Arial" panose="020B0604020202020204" pitchFamily="34" charset="0"/>
              <a:buChar char="•"/>
            </a:pPr>
            <a:r>
              <a:rPr lang="vi-VN" sz="2800" b="0" i="0" dirty="0">
                <a:solidFill>
                  <a:srgbClr val="404040"/>
                </a:solidFill>
                <a:effectLst/>
                <a:latin typeface="+mj-lt"/>
              </a:rPr>
              <a:t>GPS có sai số &lt;3m, phản hồi tức thì qua </a:t>
            </a:r>
            <a:r>
              <a:rPr lang="vi-VN" sz="2800" b="0" i="0" dirty="0" err="1">
                <a:solidFill>
                  <a:srgbClr val="404040"/>
                </a:solidFill>
                <a:effectLst/>
                <a:latin typeface="+mj-lt"/>
              </a:rPr>
              <a:t>Telegram</a:t>
            </a:r>
            <a:r>
              <a:rPr lang="vi-VN" sz="2800" b="0" i="0" dirty="0">
                <a:solidFill>
                  <a:srgbClr val="404040"/>
                </a:solidFill>
                <a:effectLst/>
                <a:latin typeface="+mj-lt"/>
              </a:rPr>
              <a:t>.</a:t>
            </a:r>
          </a:p>
        </p:txBody>
      </p:sp>
      <p:sp>
        <p:nvSpPr>
          <p:cNvPr id="6" name="Hình chữ nhật: Góc Tròn 5">
            <a:extLst>
              <a:ext uri="{FF2B5EF4-FFF2-40B4-BE49-F238E27FC236}">
                <a16:creationId xmlns:a16="http://schemas.microsoft.com/office/drawing/2014/main" id="{9A877007-35E8-339E-1603-DAFE491FF83F}"/>
              </a:ext>
            </a:extLst>
          </p:cNvPr>
          <p:cNvSpPr/>
          <p:nvPr/>
        </p:nvSpPr>
        <p:spPr>
          <a:xfrm>
            <a:off x="289810" y="972432"/>
            <a:ext cx="2482419" cy="369693"/>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Thành </a:t>
            </a:r>
            <a:r>
              <a:rPr lang="en-US" dirty="0" err="1"/>
              <a:t>công</a:t>
            </a:r>
            <a:endParaRPr lang="en-US" dirty="0"/>
          </a:p>
        </p:txBody>
      </p:sp>
      <p:sp>
        <p:nvSpPr>
          <p:cNvPr id="8" name="Hộp Văn bản 7">
            <a:extLst>
              <a:ext uri="{FF2B5EF4-FFF2-40B4-BE49-F238E27FC236}">
                <a16:creationId xmlns:a16="http://schemas.microsoft.com/office/drawing/2014/main" id="{807CE7F6-BEB7-AF60-C4CD-48FC0AF334FD}"/>
              </a:ext>
            </a:extLst>
          </p:cNvPr>
          <p:cNvSpPr txBox="1"/>
          <p:nvPr/>
        </p:nvSpPr>
        <p:spPr>
          <a:xfrm>
            <a:off x="1277732" y="4216895"/>
            <a:ext cx="8069943" cy="1340239"/>
          </a:xfrm>
          <a:prstGeom prst="rect">
            <a:avLst/>
          </a:prstGeom>
          <a:noFill/>
        </p:spPr>
        <p:txBody>
          <a:bodyPr wrap="square">
            <a:spAutoFit/>
          </a:bodyPr>
          <a:lstStyle/>
          <a:p>
            <a:pPr algn="l">
              <a:lnSpc>
                <a:spcPts val="2143"/>
              </a:lnSpc>
              <a:spcAft>
                <a:spcPts val="300"/>
              </a:spcAft>
              <a:buNone/>
            </a:pPr>
            <a:endParaRPr lang="vi-VN" sz="2800" b="0" i="0" dirty="0">
              <a:solidFill>
                <a:srgbClr val="404040"/>
              </a:solidFill>
              <a:effectLst/>
              <a:latin typeface="+mj-lt"/>
            </a:endParaRPr>
          </a:p>
          <a:p>
            <a:pPr algn="l">
              <a:lnSpc>
                <a:spcPts val="2143"/>
              </a:lnSpc>
              <a:spcBef>
                <a:spcPts val="300"/>
              </a:spcBef>
              <a:buFont typeface="Arial" panose="020B0604020202020204" pitchFamily="34" charset="0"/>
              <a:buChar char="•"/>
            </a:pPr>
            <a:r>
              <a:rPr lang="vi-VN" sz="2800" b="0" i="0" dirty="0">
                <a:solidFill>
                  <a:srgbClr val="404040"/>
                </a:solidFill>
                <a:effectLst/>
                <a:latin typeface="+mj-lt"/>
              </a:rPr>
              <a:t>Cảm biến siêu âm HC-SR04 chưa tối ưu cho môi </a:t>
            </a:r>
            <a:endParaRPr lang="en-US" sz="2800" b="0" i="0" dirty="0">
              <a:solidFill>
                <a:srgbClr val="404040"/>
              </a:solidFill>
              <a:effectLst/>
              <a:latin typeface="+mj-lt"/>
            </a:endParaRPr>
          </a:p>
          <a:p>
            <a:pPr algn="l">
              <a:lnSpc>
                <a:spcPts val="2143"/>
              </a:lnSpc>
              <a:spcBef>
                <a:spcPts val="300"/>
              </a:spcBef>
            </a:pPr>
            <a:r>
              <a:rPr lang="vi-VN" sz="2800" b="0" i="0" dirty="0">
                <a:solidFill>
                  <a:srgbClr val="404040"/>
                </a:solidFill>
                <a:effectLst/>
                <a:latin typeface="+mj-lt"/>
              </a:rPr>
              <a:t>trường ồn ào.</a:t>
            </a:r>
          </a:p>
          <a:p>
            <a:pPr algn="l">
              <a:lnSpc>
                <a:spcPts val="2143"/>
              </a:lnSpc>
              <a:spcBef>
                <a:spcPts val="300"/>
              </a:spcBef>
              <a:buFont typeface="Arial" panose="020B0604020202020204" pitchFamily="34" charset="0"/>
              <a:buChar char="•"/>
            </a:pPr>
            <a:r>
              <a:rPr lang="vi-VN" sz="2800" b="0" i="0" dirty="0">
                <a:solidFill>
                  <a:srgbClr val="404040"/>
                </a:solidFill>
                <a:effectLst/>
                <a:latin typeface="+mj-lt"/>
              </a:rPr>
              <a:t>Chưa tích hợp AI để nhận diện hình ảnh phức tạp</a:t>
            </a:r>
          </a:p>
        </p:txBody>
      </p:sp>
      <p:sp>
        <p:nvSpPr>
          <p:cNvPr id="9" name="Hình chữ nhật: Góc Tròn 8">
            <a:extLst>
              <a:ext uri="{FF2B5EF4-FFF2-40B4-BE49-F238E27FC236}">
                <a16:creationId xmlns:a16="http://schemas.microsoft.com/office/drawing/2014/main" id="{9D660C92-5E27-E089-CB18-525456E81229}"/>
              </a:ext>
            </a:extLst>
          </p:cNvPr>
          <p:cNvSpPr/>
          <p:nvPr/>
        </p:nvSpPr>
        <p:spPr>
          <a:xfrm>
            <a:off x="405924" y="3429000"/>
            <a:ext cx="2482419" cy="369693"/>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Hạn</a:t>
            </a:r>
            <a:r>
              <a:rPr lang="en-US" dirty="0"/>
              <a:t> </a:t>
            </a:r>
            <a:r>
              <a:rPr lang="en-US" dirty="0" err="1"/>
              <a:t>Chế</a:t>
            </a:r>
            <a:endParaRPr lang="en-US" dirty="0"/>
          </a:p>
        </p:txBody>
      </p:sp>
    </p:spTree>
    <p:extLst>
      <p:ext uri="{BB962C8B-B14F-4D97-AF65-F5344CB8AC3E}">
        <p14:creationId xmlns:p14="http://schemas.microsoft.com/office/powerpoint/2010/main" val="1280145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295EB-F983-D6E4-DA82-02E99BEF20EC}"/>
            </a:ext>
          </a:extLst>
        </p:cNvPr>
        <p:cNvGrpSpPr/>
        <p:nvPr/>
      </p:nvGrpSpPr>
      <p:grpSpPr>
        <a:xfrm>
          <a:off x="0" y="0"/>
          <a:ext cx="0" cy="0"/>
          <a:chOff x="0" y="0"/>
          <a:chExt cx="0" cy="0"/>
        </a:xfrm>
      </p:grpSpPr>
      <p:sp>
        <p:nvSpPr>
          <p:cNvPr id="15" name="Hình chữ nhật 14">
            <a:extLst>
              <a:ext uri="{FF2B5EF4-FFF2-40B4-BE49-F238E27FC236}">
                <a16:creationId xmlns:a16="http://schemas.microsoft.com/office/drawing/2014/main" id="{3B3C962A-3A70-D6A2-68DE-94EB877A39EB}"/>
              </a:ext>
            </a:extLst>
          </p:cNvPr>
          <p:cNvSpPr/>
          <p:nvPr/>
        </p:nvSpPr>
        <p:spPr>
          <a:xfrm>
            <a:off x="177443" y="441132"/>
            <a:ext cx="11837114" cy="6174881"/>
          </a:xfrm>
          <a:prstGeom prst="rect">
            <a:avLst/>
          </a:prstGeom>
          <a:ln>
            <a:solidFill>
              <a:srgbClr val="FF2D1D"/>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2" name="Hình chữ nhật 11">
            <a:extLst>
              <a:ext uri="{FF2B5EF4-FFF2-40B4-BE49-F238E27FC236}">
                <a16:creationId xmlns:a16="http://schemas.microsoft.com/office/drawing/2014/main" id="{B2A42672-1E7C-9A35-2A48-C05B1402F8B9}"/>
              </a:ext>
            </a:extLst>
          </p:cNvPr>
          <p:cNvSpPr/>
          <p:nvPr/>
        </p:nvSpPr>
        <p:spPr>
          <a:xfrm>
            <a:off x="0" y="-17921"/>
            <a:ext cx="12192000" cy="701040"/>
          </a:xfrm>
          <a:prstGeom prst="rect">
            <a:avLst/>
          </a:prstGeom>
          <a:solidFill>
            <a:srgbClr val="F44A2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HƯỚNG PHÁT TRIỂN ĐỀ TÀI</a:t>
            </a:r>
          </a:p>
        </p:txBody>
      </p:sp>
      <p:sp>
        <p:nvSpPr>
          <p:cNvPr id="6" name="Hình chữ nhật: Góc Tròn 5">
            <a:extLst>
              <a:ext uri="{FF2B5EF4-FFF2-40B4-BE49-F238E27FC236}">
                <a16:creationId xmlns:a16="http://schemas.microsoft.com/office/drawing/2014/main" id="{042ECB21-9C58-2971-F0F3-EB743CD6E7C1}"/>
              </a:ext>
            </a:extLst>
          </p:cNvPr>
          <p:cNvSpPr/>
          <p:nvPr/>
        </p:nvSpPr>
        <p:spPr>
          <a:xfrm>
            <a:off x="566059" y="898291"/>
            <a:ext cx="2482419" cy="369693"/>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Nâng</a:t>
            </a:r>
            <a:r>
              <a:rPr lang="en-US" dirty="0"/>
              <a:t> </a:t>
            </a:r>
            <a:r>
              <a:rPr lang="en-US" dirty="0" err="1"/>
              <a:t>cấp</a:t>
            </a:r>
            <a:r>
              <a:rPr lang="en-US" dirty="0"/>
              <a:t> </a:t>
            </a:r>
            <a:r>
              <a:rPr lang="en-US" dirty="0" err="1"/>
              <a:t>phần</a:t>
            </a:r>
            <a:r>
              <a:rPr lang="en-US" dirty="0"/>
              <a:t> </a:t>
            </a:r>
            <a:r>
              <a:rPr lang="en-US" dirty="0" err="1"/>
              <a:t>cứng</a:t>
            </a:r>
            <a:endParaRPr lang="en-US" dirty="0"/>
          </a:p>
        </p:txBody>
      </p:sp>
      <p:sp>
        <p:nvSpPr>
          <p:cNvPr id="3" name="Hộp Văn bản 2">
            <a:extLst>
              <a:ext uri="{FF2B5EF4-FFF2-40B4-BE49-F238E27FC236}">
                <a16:creationId xmlns:a16="http://schemas.microsoft.com/office/drawing/2014/main" id="{6209F73D-9819-A3A9-AED2-EA611AB3B2FD}"/>
              </a:ext>
            </a:extLst>
          </p:cNvPr>
          <p:cNvSpPr txBox="1"/>
          <p:nvPr/>
        </p:nvSpPr>
        <p:spPr>
          <a:xfrm>
            <a:off x="-147606" y="1424748"/>
            <a:ext cx="12162163" cy="2585323"/>
          </a:xfrm>
          <a:prstGeom prst="rect">
            <a:avLst/>
          </a:prstGeom>
          <a:noFill/>
        </p:spPr>
        <p:txBody>
          <a:bodyPr wrap="square">
            <a:spAutoFit/>
          </a:bodyPr>
          <a:lstStyle/>
          <a:p>
            <a:pPr marL="742950" lvl="1" indent="-285750">
              <a:buSzPts val="1000"/>
              <a:buFont typeface="Courier New" panose="02070309020205020404" pitchFamily="49" charset="0"/>
              <a:buChar char="o"/>
              <a:tabLst>
                <a:tab pos="9144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Thay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thế</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cảm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biến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siêu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âm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HC-SR04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bằng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cảm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biến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Lidar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để</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tăng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độ</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chính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xác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phạm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vi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phát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hiện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vật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cản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742950" lvl="1" indent="-285750">
              <a:buSzPts val="1000"/>
              <a:buFont typeface="Courier New" panose="02070309020205020404" pitchFamily="49" charset="0"/>
              <a:buChar char="o"/>
              <a:tabLst>
                <a:tab pos="914400" algn="l"/>
              </a:tabLst>
            </a:pP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Tích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hợp</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camera AI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nhằm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nhận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diện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ảnh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màu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sắc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biển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báo</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hoặc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chướng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ngại</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vật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phức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tạp</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ví</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dụ</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cầu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thang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cuốn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vũng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nước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sâu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742950" lvl="1" indent="-285750">
              <a:buSzPts val="1000"/>
              <a:buFont typeface="Courier New" panose="02070309020205020404" pitchFamily="49" charset="0"/>
              <a:buChar char="o"/>
              <a:tabLst>
                <a:tab pos="914400" algn="l"/>
              </a:tabLst>
            </a:pP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Sử</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dụng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pin dung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lượng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cao</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hơn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ví</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dụ</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21700)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công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nghệ</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sạc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nhanh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PD (Power Delivery)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để</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giảm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thời</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gian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sạc</a:t>
            </a:r>
            <a:r>
              <a:rPr lang="en-US" sz="13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
        <p:nvSpPr>
          <p:cNvPr id="4" name="Hình chữ nhật: Góc Tròn 3">
            <a:extLst>
              <a:ext uri="{FF2B5EF4-FFF2-40B4-BE49-F238E27FC236}">
                <a16:creationId xmlns:a16="http://schemas.microsoft.com/office/drawing/2014/main" id="{B8E51D08-A0C7-40F3-C40C-06C5294D27D3}"/>
              </a:ext>
            </a:extLst>
          </p:cNvPr>
          <p:cNvSpPr/>
          <p:nvPr/>
        </p:nvSpPr>
        <p:spPr>
          <a:xfrm>
            <a:off x="653623" y="3829365"/>
            <a:ext cx="2482419" cy="369693"/>
          </a:xfrm>
          <a:prstGeom prst="roundRect">
            <a:avLst/>
          </a:prstGeom>
          <a:solidFill>
            <a:srgbClr val="F44A28"/>
          </a:solidFill>
          <a:ln>
            <a:solidFill>
              <a:srgbClr val="F44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Mở</a:t>
            </a:r>
            <a:r>
              <a:rPr lang="en-US" dirty="0"/>
              <a:t> </a:t>
            </a:r>
            <a:r>
              <a:rPr lang="en-US" dirty="0" err="1"/>
              <a:t>rộng</a:t>
            </a:r>
            <a:r>
              <a:rPr lang="en-US" dirty="0"/>
              <a:t> </a:t>
            </a:r>
            <a:r>
              <a:rPr lang="en-US" dirty="0" err="1"/>
              <a:t>tính</a:t>
            </a:r>
            <a:r>
              <a:rPr lang="en-US" dirty="0"/>
              <a:t> </a:t>
            </a:r>
            <a:r>
              <a:rPr lang="en-US" dirty="0" err="1"/>
              <a:t>năng</a:t>
            </a:r>
            <a:endParaRPr lang="en-US" dirty="0"/>
          </a:p>
        </p:txBody>
      </p:sp>
      <p:sp>
        <p:nvSpPr>
          <p:cNvPr id="11" name="Hộp Văn bản 10">
            <a:extLst>
              <a:ext uri="{FF2B5EF4-FFF2-40B4-BE49-F238E27FC236}">
                <a16:creationId xmlns:a16="http://schemas.microsoft.com/office/drawing/2014/main" id="{E6B1D102-4659-950C-4EC4-F3B394FE9B48}"/>
              </a:ext>
            </a:extLst>
          </p:cNvPr>
          <p:cNvSpPr txBox="1"/>
          <p:nvPr/>
        </p:nvSpPr>
        <p:spPr>
          <a:xfrm>
            <a:off x="-82529" y="4225243"/>
            <a:ext cx="12274529" cy="2308324"/>
          </a:xfrm>
          <a:prstGeom prst="rect">
            <a:avLst/>
          </a:prstGeom>
          <a:noFill/>
        </p:spPr>
        <p:txBody>
          <a:bodyPr wrap="square">
            <a:spAutoFit/>
          </a:bodyPr>
          <a:lstStyle/>
          <a:p>
            <a:pPr marL="742950" lvl="1" indent="-285750">
              <a:buSzPts val="1000"/>
              <a:buFont typeface="Courier New" panose="02070309020205020404" pitchFamily="49" charset="0"/>
              <a:buChar char="o"/>
              <a:tabLst>
                <a:tab pos="914400" algn="l"/>
              </a:tabLst>
            </a:pP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Phát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triển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ứng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dụng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di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động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kết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nối</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Bluetooth/4G,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cho</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phép</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người</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dùng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người</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thân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thiết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lập</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lộ</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trình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di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chuyển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nhận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cảnh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báo</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định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kỳ</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về</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tình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trạng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pin,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hoặc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điều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chỉnh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âm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lượng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742950" lvl="1" indent="-285750">
              <a:buSzPts val="1000"/>
              <a:buFont typeface="Courier New" panose="02070309020205020404" pitchFamily="49" charset="0"/>
              <a:buChar char="o"/>
              <a:tabLst>
                <a:tab pos="914400" algn="l"/>
              </a:tabLst>
            </a:pP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Tích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hợp</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trợ</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lý</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ảo</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ví</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dụ</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Google Assistant)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để</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ra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lệnh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bằng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giọng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nói</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hỗ</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trợ</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tìm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kiếm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địa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điểm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742950" lvl="1" indent="-285750">
              <a:buSzPts val="1000"/>
              <a:buFont typeface="Courier New" panose="02070309020205020404" pitchFamily="49" charset="0"/>
              <a:buChar char="o"/>
              <a:tabLst>
                <a:tab pos="914400" algn="l"/>
              </a:tabLst>
            </a:pP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Thêm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cảm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biến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nhịp</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tim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SOS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khẩn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cấp</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để</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phát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tín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hiệu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yêu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cầu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hỗ</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trợ</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khi</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người</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dùng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gặp</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nguy</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hiểm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8075717"/>
      </p:ext>
    </p:extLst>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709</TotalTime>
  <Words>893</Words>
  <Application>Microsoft Office PowerPoint</Application>
  <PresentationFormat>Màn hình rộng</PresentationFormat>
  <Paragraphs>92</Paragraphs>
  <Slides>12</Slides>
  <Notes>2</Notes>
  <HiddenSlides>0</HiddenSlides>
  <MMClips>0</MMClips>
  <ScaleCrop>false</ScaleCrop>
  <HeadingPairs>
    <vt:vector size="6" baseType="variant">
      <vt:variant>
        <vt:lpstr>Phông được Dùng</vt:lpstr>
      </vt:variant>
      <vt:variant>
        <vt:i4>7</vt:i4>
      </vt:variant>
      <vt:variant>
        <vt:lpstr>Chủ đề</vt:lpstr>
      </vt:variant>
      <vt:variant>
        <vt:i4>1</vt:i4>
      </vt:variant>
      <vt:variant>
        <vt:lpstr>Tiêu đề Bản chiếu</vt:lpstr>
      </vt:variant>
      <vt:variant>
        <vt:i4>12</vt:i4>
      </vt:variant>
    </vt:vector>
  </HeadingPairs>
  <TitlesOfParts>
    <vt:vector size="20" baseType="lpstr">
      <vt:lpstr>Aptos</vt:lpstr>
      <vt:lpstr>Aptos Display</vt:lpstr>
      <vt:lpstr>Arial</vt:lpstr>
      <vt:lpstr>Calibri</vt:lpstr>
      <vt:lpstr>Courier New</vt:lpstr>
      <vt:lpstr>DeepSeek-CJK-patch</vt:lpstr>
      <vt:lpstr>Times New Roman</vt:lpstr>
      <vt:lpstr>Chủ đề Office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mquan</dc:creator>
  <cp:lastModifiedBy>võ quân</cp:lastModifiedBy>
  <cp:revision>6</cp:revision>
  <dcterms:created xsi:type="dcterms:W3CDTF">2025-03-11T10:45:26Z</dcterms:created>
  <dcterms:modified xsi:type="dcterms:W3CDTF">2025-05-11T11:16:17Z</dcterms:modified>
</cp:coreProperties>
</file>